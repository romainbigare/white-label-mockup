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Lst>
  <p:notesMasterIdLst>
    <p:notesMasterId r:id="rId68"/>
  </p:notesMasterIdLst>
  <p:sldSz cx="10689336" cy="7562088"/>
  <p:notesSz cx="7562088" cy="10689336"/>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Wafra Farm App UI mockup, version 1.7.4. 58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Contents. 58 screens across 6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run — 18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 — Welcome
The first thing anyone sees, once, on the first launch: the mark and one sentence saying what the app does, centred, with the address at the foot. Next takes the tour and Skip goes straight to the sign-up form. Registered users see neither — they open on A20.
1. Next → A3
On the "Signing up"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A2 — Choose your language
Not a screen — a pop-up sheet over A1, raised by the globe in its corner and closed by choosing a row. It has a page here because a printed deck cannot show a state of another screen any other way. Ten languages, each in its own script with its code beside it; pressing one turns the whole app round if it reads right to left, and closes the sheet. It is where Arabic and Pashto are chosen, and it is one tap from the corner of A1.
On the "Signing up"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A3 — Guided tour — 1 of 5
How the service works, and the first of five pictures of the app doing its job, in the language just chosen. Next on A1 opens it and Help brings it back. Illustrated by a satellite over the same synthesised farmland the map screens draw.
On the "Signing up"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A4 — Guided tour — 2 of 5
The farm planner, illustrated by D1 and F9 themselves. In the app these five are one carousel; on paper each needs a page of its own, or four of the five are never seen.
On the "The guided tour, offered from A1 and from Help"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A5 — Guided tour — 3 of 5
Irrigation and fertilisation advice, illustrated by D2 and D3.
On the "The guided tour, offered from A1 and from Help"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A6 — Guided tour — 4 of 5
Optimising crop yields, illustrated by B3 and B4.
On the "The guided tour, offered from A1 and from Help"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A7 — Guided tour — 5 of 5
What the farmers already using it get out of it, and the panel that hands on to the front door. The only one that argues with figures, and the only one drawn as a funnel: three savings narrowing into one.
On the "The guided tour, offered from A1 and from Help"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A8 — Sign up
The whole account on one form, and since review 06/09 the email address is the account: a first and last name, an optional company, the address, a number from any country in the world, and a password. The two doors that used to be on A20 are at the foot of it.
On the "Signing up" path.
The screenshot shows 81%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A9 — Verify code
Four digits to the registered email address, and one sentence saying where they went. The boxes are real inputs, so the phone raises its own keyboard and can fill the code in itself; it sends on the last digit, and five wrong tries rest the account for a quarter of an hour. A brand new account is asked about Face ID here and nowhere else.
On the "Signing up"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A10 — Tell us about your farm
The moment an account becomes a farm: its name, the unit its land is measured in, and roughly how much of each it holds — a number under Field crops, a count under Date palms and fruit trees. Filling in one, the other, or both IS the answer to what is growing here; nothing is picked. “I’m not sure” skips the estimate and goes straight to locating the farm. Since v1.7.3 the two numbers are checked: a holding below the survey’s minimum goes to A22 instead of the price.
1. I’m not sure → A13
On the "Signing up"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A22 — Too small for a survey
New at v1.7.3: “Sorry, your farm or your tree count is too small for a survey.” A10’s two numbers are checked before the price, and a holding below both limits lands here, with a way back to change them and a way to talk to us. The limits are a placeholder — fewer than 20 trees and under half a hectare of field crops — because nobody has said yet what too small is; a 20-tree farm can be surveyed, and is billed as 100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A11 — Available service plans
The two real plans at their two real prices, presented as an estimate, with nothing to choose — the plan is picked later on A17 once the survey has priced the real farm. Trees are billed in bands, rounded down (125 trees is billed as 100), and never under 100 trees; the line at the top says so when the band is not the count. Under the plans, the four steps, which say plan selection comes last.
1. I’m not interested → A12
On the "Signing up"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A12 — Not interested
New at review 21/09, and the only screen in the app that exists to learn something from somebody leaving. Behind “I’m not interested” on A11: four reasons in Mark’s order — not what I’m looking for, too complicated, too expensive, and a free-text other — with the WhatsApp and email buttons at the foot, because a farmer who is out because the app is too complicated is the one a person could still help, and he has no account and so no other way to reach one.
1. Other reason — Opens a drawer to type the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A13 — Draw your fields
One screen to find the farm and draw on it (v1.7.4), and the map is the whole screen: search for the farm, or browse the map to it. Two small tools on the side of the map, bare glyphs: a polygon for a field of any shape, shaped corner by corner, and a circle for a centre pivot — press the middle of the field and drag the handle on its edge to set its size. The moment a field is drawn, a sheet asks what grows in it: a crop from the list, or date palms and fruit trees, which we then count. The fields drawn are in a drawer at the bottom, with the button that moves on; its handle folds the list away. Replaces the old locate-the-farm and draw-the-boundary screens and the whole-farm survey.
1. Draw a field — Adds a field to draw corner by corner
2. Round field — Adds a round field: tap its centre, drag its edge
3. Your fields — Folds the list of fields away, and opens it again
4. Continue to quote → A16
On the "Signing up"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A16 — Your fields
The fields to approve, in two sittings. Straight after drawing: every field with what grows in it and its size, over the map they were drawn on — keep, change or take off the quote — and a total to price, with the tree fields estimated because their trees are not counted yet. Then, when the count is in (opened from My Farm): the same fields with the number of trees found in each, the soil we read with three answers — Yes, I agree; No, change it; I don’t know — and the plan to confirm again on A17. A tree field under 40 trees is counted but too few for advice.
On the "Signing up" path.
The screenshot shows 59%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A17 — Service plans
The payment screen: two levels, a monthly/annual toggle above them, and one main confirmation button. Before there is a farm it prices the fields just drawn — crops by area, tree fields on an estimate, and the screen says so; when the trees are counted it prices the farm’s own fields and counted trees, and pressing the button confirms the plan. Trees are billed in bands, rounded down (125 trees is billed as 100), never under 100 trees. F5 is the same question for an account that already has one.
1. Start free trial → A18
On the "Signing up" path.
The screenshot shows 71%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A18 — Confirm subscription
New at review 21/09 (second pass): the App Store purchase sheet, drawn as the drawer a farmer actually meets when he presses Start free trial. The 21/09 call settled that Wafra never sees a card — “we don’t charge a credit card, as the subscription is through Apple/Google” — and A17 says that in words; this is the same fact in the form it arrives. Deliberately not our design system: it is Apple’s sheet, drawn to iOS’s own metrics, because the point is that it is not ours to change. The Android equivalent is Google Play’s and is named on A17.
On the "Signing up"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A19 — You’re ready
The pause between setting up and starting. It says when the first satellite pass arrives, so the empty farm makes sense.
On the "Signing up"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 in — 2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A20 — Log in
The way back in for somebody the app has already met, and only for them. It opens with the reason it is open at all — Face ID did not recognise him — then greets him by name and offers a password or a code to the registered email address. No app bar: the screen says "Welcome back" and does not also need a title saying "Log in". Creating an account and joining a farm as a guest are on A8, which is where a stranger lands.
On the "Joining a farm I was invited to"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A21 — Join a farm as a guest
For someone invited to a farm they do not own — which is what “as a guest” says before they tap. Six digits typed in, or the QR code read off the phone of the person who set the account up, which is where review 06/09 put it: one phone shows, one phone scans.
On the "Joining a farm I was invited to"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Farm — 11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B1 — Farm home
The farm and every plot on it. The map at the top is coloured by the metric chosen on the map screen, with no picker and no legend: its one button, the expand glyph, opens the full map, where the metrics are chosen. Under it, one slim strip of three scores for the whole farm — irrigation efficiency, plant health, growth and vigour, each the average of all plots — as a word in its band’s colour with a dot, and a warning sign only on a bad word. Then “Your plots and trees”: a grid of cards, two columns, in plot number order, trees among the fields. Each card has the crop as its headline the plot number as a chip beside the size or the tree count, and a red corner when there is urgent advice. A card is one button: pressed anywhere, it opens the plot. A tree field still being counted shimmers. Under “More”, five round shortcuts: crop planner, progress, reports, workforce and settings.
1. Switch farm — Switches between farms, and adds a new one
2. View metrics → C1
3. Open Plot 1 → B2
On the "From the farm to one plot, and what is growing on it" path.
The screenshot shows 43%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B2 — Plot detail
One field, one long page (v1.7.4): the map, with its expand button opening the full map and, under it, one quiet line naming the metric it is painted with, and its colours between the two end words; the crop box — “Wheat”, then Planted and Estimated harvest; the scorecard, the only place a metric is printed as a number, where pressing a row paints the map; the agronomic trend of any of the five metrics, over the whole crop cycle, with numbers on both axes and the target drawn for the whole cycle while the plot’s line stops at today; the irrigation trend; the growth stage as a line chart, expected against today; then three boxes — Irrigation (today and tomorrow, per hectare; pressing it opens the week, B12), Fertilisation (what and when, per hectare) and Disease &amp; pest (an action word, never a percentage). Every block’s title has its glyph. Urgent advice is inside its box; an empty box says “No action”. The two dock buttons are gone.
1. More — Rename, edit the boundary, remove the plot
2. View metrics → C1
3. Edit → B3
4. Plant health On the map64%Good — Shows this metric on the map
5. Soil moisture99%Good — Shows this metric on the map
On the "From the farm to one plot, and what is growing on it" path.
The screenshot shows 23%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B12 — Irrigation schedule
Opened by pressing the irrigation box on a plot or tree group: the week’s water — the rate per hectare and the total, and whether it is more or less than usual — then each watering on its day with its two-hour window and the weather that decided it, and the fertilisers needed with the water, per hectare. Since v1.7.3 “Why this much water?” is gone, and so is the block with the soil, the irrigation system, its flow rate and its efficiency: the efficiency and the soil are the farm’s, and the system is not asked for in this version, so nothing is in minutes. A tree group is watered per hectare of the area it covers.
On the "A plot’s irrigation schedule" path.
The screenshot shows 66%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B3 — Crop cycles
What has been planted here, season by season. Open field only — a tree group has no cycle. Closing a season keeps it, which is what makes one year comparable with the last.
1. New → B4
2. Edit this cycle → B4
On the "From the farm to one plot, and what is growing on it" path.
The screenshot shows 66%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B4 — Add / edit crop cycle
Starting a new planting, or closing the one that is running. A season closes with a harvest date, and a yield if anyone weighed it.
On the "From the farm to one plot, and what is growing on it"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B5 — Tree field
The same page as a field (B2), without the crop box. A field of trees the farmer drew, numbered like any other plot, with its species under the name; only a field with 40 trees or more gets this page. The map is the trees, one dot each, and the field’s outline, both coloured by the metric; pressing a scorecard row recolours them. Scorecard (with Canopy health), Died or removed in the last 3 months, the agronomic trend, the irrigation trend and the fruit development trend, then the Irrigation, Fertilisation and Disease &amp; pest boxes. Irrigation is per hectare of the area the group covers, never per tree.
1. Search — Finds a tree by its number
2. View metrics → C1
3. Canopy health On the map27%Poor — Shows this metric on the map
4. Soil moisture41%Very dry — Shows this metric on the map
On the "From the farm to a tree group, and down to one tree" path.
The screenshot shows 20%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B6 — Tree detail
One tree. It begins with a map of which tree it is — one dot per tree, no crown outline — because picking tree 2841 out of eight thousand is the hard part. Canopy health and the other readings are words in their band’s colour; the species is the species only, with no variety.
1. More — Replace, mark as removed, record a note
On the "From the farm to a tree group, and down to one tree" path.
The screenshot shows 39%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B7 — Crop planner
New at the 13/09 catalogue review. The app recorded cycles one plot at a time and planned across none of them, so nothing could say that four plots come free in March or that a field is going into its third season of the same family. Plots down the side, twelve months across, current cycles drawn where their real dates put them, and a suggested next crop read from each plot’s own closed history.
1. About: Crop planner — Opens the guidance for this screen
2. Plot 1 · WheatStarted 12 Feb · harvest aro — Switches to another plot on this farm
On the "Planning what follows this season" path.
The screenshot shows 33%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B8 — Farm progress
Twelve months of one measure for the whole farm — the comparison the app could not make: B2 charts a single plot and C4 puts the farm at two dates side by side, and nothing showed the year. It is a trend for a chosen measure and deliberately not a farm health score: averaging crops that cannot be averaged is why B1 carries no such figure.
1. About: Farm progress — Opens the guidance for this screen
On the "Reading the year, and the plots behind it" path.
The screenshot shows 45%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B9 — Add fields
The same drawing screen as A13, opened from Farm settings’ “Add fields”: polygon or round field, what grows in each, and the fields are added to the farm. A tree field is counted, and its price confirmed, like a new farm’s.
1. Draw a field — Adds a field to draw corner by corner
2. Round field — Adds a round field: tap its centre, drag its edge
3. Your fields — Folds the list of fields away, and opens it again
4. Continue to quote → A16
On the "Adding fields, after the farm already exists"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B10 — Manage workforce
The people work is sent to on this farm: a name, a number and the app each of them actually reads. Nobody here holds an account — an advice reaches them as a message with a link — except the one person invited as supervisor. It is an address book, not the permission matrix the v1.5.4 review deleted.
1. Invite in personShow a QR code — Shows the code on this phone for the other person to scan
2. Invite by SMSSend a six-digit code — Sends the code to somebody who is not here
On the "The people work is sent to" path.
The screenshot shows 55%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 4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C1 — Map
The farm from above, filling the screen, and the one place “Pick a metric” is. Every plot is labelled, always, at every zoom: zoomed out, a label that would cover its plot is drawn smaller rather than hidden. Tree groups are their trees: one dot per tree and an outline, both coloured by the metric like the fields, named by species — no filled areas, no crown outlines, no blue land-use shapes, no forest or hedges. A tap on a plot opens the plot (B2 or B5), with a way back; there is no plot sheet any more. The panel at the foot holds the picker, the five-colour legend and the image date.
1. All farms — Switches which farm the map is showing
2. Search a place, farm, plot or tree — Finds a place, a farm, a plot or a tree
3. Layers → C2
4. Compare → C4
5. Pick a metric. Showing Plant health — Opens the list of metrics, each explained
On the "Finding a plot on the map and opening it"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C2 — Layers
Which picture to draw the map on — satellite or Google Maps, each described — and two farm layers: the boundaries, and the trees, one dot each. No forest layer and no land-use shapes.
On the "Finding a plot on the map and opening it"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C4 — Compare dates
The whole farm at two dates at once, split by a line you drag across it. It opens a week apart — an interval, resolved to the last satellite pass before the mark, rather than a count of passes that could mean anything.
1. Pick a metric. Showing Plant health — Opens the list of metrics, each explained
On the "Comparing two dates"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C5 — Boundary editor
Correcting the shape of a plot after the fact, and splitting, joining, removing or adding one. The old outline is kept, with who changed it and when.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Advice — 6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D1 — Advice inbox
The centre of the product, in two tabs, Plots and Trees, which sit in the app bar. One filter bar says what the list is narrowed to and how it is sorted; it opens one sheet with every filter — farm, severity, type, status — and the sort, and its foot is the “not actioned yet · Send all to…” line. Sorted by field, every plot is listed in number order and a plot with nothing to do says “No action”. Each advice is three lines, with the detail one tap away on D2, D3 or D4. “Plant diagnosis” is a floating button over the list.
1. Filter and sort — Opens every filter and the sort, in one sheet
2. Photograph a plant to find out what is wro → D5
On the "Reading a piece of advice and sending it on" path.
The screenshot shows 30%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D2 — Irrigation advice
One shot only (v1.7.2): raised when a plot is getting too much or too little water, it says which, the one amount that puts it right and when, and the soil moisture reading that raised it. The week’s schedule is not here any more — it is the plot’s own page, B12, linked at the foot.
1. See this plot’s irrigation scheduleThe wee → B12
On the "Reading a piece of advice and sending it on" path.
The screenshot shows 70%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D3 — Fertilisation advice
How much nitrogen, phosphate or potash the crop is short of, per hectare, and “Fertilisers needed”: the common products that supply it, each at its dose per hectare. The same content is in the fertilisation box on the plot page.
On the "The other two kinds of advice" path.
The screenshot shows 44%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D4 — Crop protection advice
What to do, in one of three words — Action required, Inspect and report back, or Monitor — never a probability. Then the active ingredient, the spray conditions for the week, and the date after which the crop is safe to pick. The reminder to read the label stays on the screen.
On the "The other two kinds of advice" path.
The screenshot shows 37%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D5 — Plant diagnosis
Called “Check a photo” until v1.7.3. A farmer standing over a plant he is worried about photographs it and gets a shortlist: pests, disease, and too much or too little water. The capture state is the frame and the three things that decide whether the answer is any good — distance, light, and a healthy part of the leaf in shot.
On the "Checking damage from a photograph" path.
The screenshot shows 60%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D6 — Plant diagnosis — result
What came back: the likeliest cause, marked as a likely or possible match rather than a percentage, how to confirm it on the plant, what to do, the pre-harvest interval, and the second candidate it could also be.
On the "Checking damage from a photograph" path.
The screenshot shows 62%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 17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 — More
Everything outside the day’s work. What appears depends on who is looking.
On the "What the plan covers, and what it costs" path.
The screenshot shows 65%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F2 — My profile
Contact details, and nothing else since review 06/09: a first and last name, the number and the address, all of them editable. Committing the screen sends a code to the number and hands to A9, because the number is the one detail here that has to be proved.
1. Send code to new phone number → A9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F3 — Reports
The farm written up for a week, a season, or a bank, in whichever language was asked for. A placeholder until MMC sends examples; the nutrient report is called “Nutrient reports and analysis”.
The screenshot shows 45%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F4 — Weather
The forecast, and any warning attached to it, with the frost indicator. The week’s evapotranspiration is called that, in millimetres — it used to say “Water demand this week”.
The screenshot shows 28%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F5 — Subscription info for existing users
What is being paid for and when it renews, with the sum shown. Where it was bought decides what this screen may offer, and since review 06/09 three jobs that were a phone number are rows: an invoice, switching the cycle or the level, and team members. A17 is the same question for an account that does not have one yet.
On the "What the plan covers, and what it costs" path.
The screenshot shows 56%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F6 — Compare plans
MMC’s Feature_Comparison document, transcribed, across its two catalogues — Farm App Services for a crop or mixed holding, Tree Advisory for a tree one. Since v1.7.3 in the app’s own words: the scorecard in place of raw index names, Nutrition status in place of soil health, growth stage distribution, early stress warning with nothing in brackets, and Nutrient reports and analysis; farm anomaly detection, canopy water content and disease forecasting are gone. A Premium-only feature is a dash under Basic and a tick under Premium, with no other label. No prices — A17 and F5 have them.
1. Back to my plan → F5
On the "What the plan covers, and what it costs" path.
The screenshot shows 15%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F7 — Settings
The language menu itself, the way through to units, notifications and storage, shared phones, Face ID, the legal documents, and closing the account for good.
1. Units and formats → F8
2. Advice distribution → F9
On the "Settings"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F8 — Units and formats
Land area, water, temperature, calendar, time and numerals, each in a section of its own. The calendar offers Gregorian, both, or Hijri — single, double, single.
On the "Settings"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F9 — Advice distribution
A standing rule for where each kind of advice goes: irrigation, fertilisation and crop protection, each by SMS, WhatsApp or Telegram, each naming the people on the team who receive it.
On the "Settings" path.
The screenshot shows 47%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F10 — Data and storage
How much of the phone the app has taken up, whether to wait for Wi-Fi, and what is still waiting to be sent.
On the "Settings" path.
The screenshot shows 36%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F11 — Activity log
Who did what, when, and on which farm. Entries are added and never edited afterwards, which is the point of it.
The screenshot shows 22%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F12 — Help and user guide
Answers to the questions that come up most, a glossary for the agronomy words the app uses, and the tour again for anyone who skipped it.
On the "Looking a crop or a disease up" path.
The screenshot shows 14%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F13 — Crop guide
New at the 13/09 catalogue review: the 37 crops the app already knew about, readable at last. They were picker data — a name, offered when a farmer declares what he planted — and nothing anywhere said how long the season runs, what it drinks, or what goes wrong with it. Grouped by family, searchable by name, and marked where the farmer grows it himself.
On the "Looking a crop or a disease up" path.
The screenshot shows 26%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F14 — One crop
The page behind a crop: the season it commits the ground for, the water it takes, spacing, sowing and harvest windows, and the pests and diseases that name it — each of which opens its own entry. The cross-link is the point of shipping the two directories together.
On the "Looking a crop or a disease up" path.
The screenshot shows 54%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F15 — Pests and diseases
The directory the app had been referring farmers to for months without having one: the glossary told them to look up a pre-harvest interval “in the disease directory”, and there was none. Eighteen entries written for this region — red palm weevil, dubas bug, bayoud — searchable by name, symptom or crop.
On the "Looking a crop or a disease up" path.
The screenshot shows 39%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F16 — One pest or disease
What to look for, what brings it on, what to do about it, and how long before the crop can be picked. Reached from the risk strip on a plot, from a photo diagnosis, or from the crop it affects — which is what stops a reference library being one nobody opens.
On the "Looking a crop or a disease up" path.
The screenshot shows 41%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F17 — Contact Wafra
Two large buttons, call or message, and a slower route for anything that needs a written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slideLayout" Target="../slideLayouts/slideLayout1.xml"/><Relationship Id="rId1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slideLayout" Target="../slideLayouts/slideLayout1.xml"/><Relationship Id="rId1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slideLayout" Target="../slideLayouts/slideLayout1.xml"/><Relationship Id="rId1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jpg"/><Relationship Id="rId15" Type="http://schemas.openxmlformats.org/officeDocument/2006/relationships/slideLayout" Target="../slideLayouts/slideLayout1.xml"/><Relationship Id="rId1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slideLayout" Target="../slideLayouts/slideLayout1.xml"/><Relationship Id="rId1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image" Target="../media/image-13-13.png"/><Relationship Id="rId14" Type="http://schemas.openxmlformats.org/officeDocument/2006/relationships/slideLayout" Target="../slideLayouts/slideLayout1.xml"/><Relationship Id="rId1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image" Target="../media/image-15-11.png"/><Relationship Id="rId12" Type="http://schemas.openxmlformats.org/officeDocument/2006/relationships/image" Target="../media/image-15-12.png"/><Relationship Id="rId13" Type="http://schemas.openxmlformats.org/officeDocument/2006/relationships/image" Target="../media/image-15-13.png"/><Relationship Id="rId14" Type="http://schemas.openxmlformats.org/officeDocument/2006/relationships/slideLayout" Target="../slideLayouts/slideLayout1.xml"/><Relationship Id="rId1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image" Target="../media/image-17-13.png"/><Relationship Id="rId14" Type="http://schemas.openxmlformats.org/officeDocument/2006/relationships/slideLayout" Target="../slideLayouts/slideLayout1.xml"/><Relationship Id="rId1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image" Target="../media/image-18-11.png"/><Relationship Id="rId12" Type="http://schemas.openxmlformats.org/officeDocument/2006/relationships/image" Target="../media/image-18-12.png"/><Relationship Id="rId13" Type="http://schemas.openxmlformats.org/officeDocument/2006/relationships/image" Target="../media/image-18-13.png"/><Relationship Id="rId14" Type="http://schemas.openxmlformats.org/officeDocument/2006/relationships/image" Target="../media/image-18-14.jpg"/><Relationship Id="rId15" Type="http://schemas.openxmlformats.org/officeDocument/2006/relationships/slideLayout" Target="../slideLayouts/slideLayout1.xml"/><Relationship Id="rId1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image" Target="../media/image-19-11.png"/><Relationship Id="rId12" Type="http://schemas.openxmlformats.org/officeDocument/2006/relationships/image" Target="../media/image-19-12.png"/><Relationship Id="rId13" Type="http://schemas.openxmlformats.org/officeDocument/2006/relationships/image" Target="../media/image-19-13.png"/><Relationship Id="rId14" Type="http://schemas.openxmlformats.org/officeDocument/2006/relationships/image" Target="../media/image-19-14.jpg"/><Relationship Id="rId15" Type="http://schemas.openxmlformats.org/officeDocument/2006/relationships/slideLayout" Target="../slideLayouts/slideLayout1.xml"/><Relationship Id="rId1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image" Target="../media/image-20-11.png"/><Relationship Id="rId12" Type="http://schemas.openxmlformats.org/officeDocument/2006/relationships/image" Target="../media/image-20-12.png"/><Relationship Id="rId13" Type="http://schemas.openxmlformats.org/officeDocument/2006/relationships/image" Target="../media/image-20-13.png"/><Relationship Id="rId14" Type="http://schemas.openxmlformats.org/officeDocument/2006/relationships/slideLayout" Target="../slideLayouts/slideLayout1.xml"/><Relationship Id="rId1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image" Target="../media/image-21-10.png"/><Relationship Id="rId11" Type="http://schemas.openxmlformats.org/officeDocument/2006/relationships/image" Target="../media/image-21-11.png"/><Relationship Id="rId12" Type="http://schemas.openxmlformats.org/officeDocument/2006/relationships/image" Target="../media/image-21-12.png"/><Relationship Id="rId13" Type="http://schemas.openxmlformats.org/officeDocument/2006/relationships/image" Target="../media/image-21-13.png"/><Relationship Id="rId14" Type="http://schemas.openxmlformats.org/officeDocument/2006/relationships/slideLayout" Target="../slideLayouts/slideLayout1.xml"/><Relationship Id="rId1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jpg"/><Relationship Id="rId7" Type="http://schemas.openxmlformats.org/officeDocument/2006/relationships/slideLayout" Target="../slideLayouts/slideLayout1.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jpg"/><Relationship Id="rId7" Type="http://schemas.openxmlformats.org/officeDocument/2006/relationships/slideLayout" Target="../slideLayouts/slideLayout1.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jpg"/><Relationship Id="rId6" Type="http://schemas.openxmlformats.org/officeDocument/2006/relationships/slideLayout" Target="../slideLayouts/slideLayout1.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jpg"/><Relationship Id="rId7" Type="http://schemas.openxmlformats.org/officeDocument/2006/relationships/slideLayout" Target="../slideLayouts/slideLayout1.xml"/><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slideLayout" Target="../slideLayouts/slideLayout1.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jpg"/><Relationship Id="rId6" Type="http://schemas.openxmlformats.org/officeDocument/2006/relationships/slideLayout" Target="../slideLayouts/slideLayout1.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jpg"/><Relationship Id="rId6" Type="http://schemas.openxmlformats.org/officeDocument/2006/relationships/slideLayout" Target="../slideLayouts/slideLayout1.xml"/><Relationship Id="rId7"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jpg"/><Relationship Id="rId7" Type="http://schemas.openxmlformats.org/officeDocument/2006/relationships/slideLayout" Target="../slideLayouts/slideLayout1.xml"/><Relationship Id="rId8"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jpg"/><Relationship Id="rId6" Type="http://schemas.openxmlformats.org/officeDocument/2006/relationships/slideLayout" Target="../slideLayouts/slideLayout1.xml"/><Relationship Id="rId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1.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jpg"/><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slideLayout" Target="../slideLayouts/slideLayout1.xml"/><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slideLayout" Target="../slideLayouts/slideLayout1.xml"/><Relationship Id="rId6"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slideLayout" Target="../slideLayouts/slideLayout1.xml"/><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jpg"/><Relationship Id="rId6" Type="http://schemas.openxmlformats.org/officeDocument/2006/relationships/slideLayout" Target="../slideLayouts/slideLayout1.xml"/><Relationship Id="rId7"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jpg"/><Relationship Id="rId6" Type="http://schemas.openxmlformats.org/officeDocument/2006/relationships/slideLayout" Target="../slideLayouts/slideLayout1.xml"/><Relationship Id="rId7"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jpg"/><Relationship Id="rId6" Type="http://schemas.openxmlformats.org/officeDocument/2006/relationships/slideLayout" Target="../slideLayouts/slideLayout1.xml"/><Relationship Id="rId7"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jpg"/><Relationship Id="rId6" Type="http://schemas.openxmlformats.org/officeDocument/2006/relationships/slideLayout" Target="../slideLayouts/slideLayout1.xml"/><Relationship Id="rId7"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image" Target="../media/image-47-5.png"/><Relationship Id="rId6" Type="http://schemas.openxmlformats.org/officeDocument/2006/relationships/image" Target="../media/image-47-6.jpg"/><Relationship Id="rId7" Type="http://schemas.openxmlformats.org/officeDocument/2006/relationships/slideLayout" Target="../slideLayouts/slideLayout1.xml"/><Relationship Id="rId8"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image" Target="../media/image-48-4.png"/><Relationship Id="rId5" Type="http://schemas.openxmlformats.org/officeDocument/2006/relationships/image" Target="../media/image-48-5.png"/><Relationship Id="rId6" Type="http://schemas.openxmlformats.org/officeDocument/2006/relationships/image" Target="../media/image-48-6.jpg"/><Relationship Id="rId7" Type="http://schemas.openxmlformats.org/officeDocument/2006/relationships/slideLayout" Target="../slideLayouts/slideLayout1.xml"/><Relationship Id="rId8"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jpg"/><Relationship Id="rId6" Type="http://schemas.openxmlformats.org/officeDocument/2006/relationships/slideLayout" Target="../slideLayouts/slideLayout1.xml"/><Relationship Id="rId7"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jp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jp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image" Target="../media/image-54-4.png"/><Relationship Id="rId5" Type="http://schemas.openxmlformats.org/officeDocument/2006/relationships/image" Target="../media/image-54-5.jpg"/><Relationship Id="rId6" Type="http://schemas.openxmlformats.org/officeDocument/2006/relationships/slideLayout" Target="../slideLayouts/slideLayout1.xml"/><Relationship Id="rId7"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image" Target="../media/image-55-4.png"/><Relationship Id="rId5" Type="http://schemas.openxmlformats.org/officeDocument/2006/relationships/image" Target="../media/image-55-5.jpg"/><Relationship Id="rId6" Type="http://schemas.openxmlformats.org/officeDocument/2006/relationships/slideLayout" Target="../slideLayouts/slideLayout1.xml"/><Relationship Id="rId7"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image" Target="../media/image-56-4.png"/><Relationship Id="rId5" Type="http://schemas.openxmlformats.org/officeDocument/2006/relationships/image" Target="../media/image-56-5.png"/><Relationship Id="rId6" Type="http://schemas.openxmlformats.org/officeDocument/2006/relationships/image" Target="../media/image-56-6.png"/><Relationship Id="rId7" Type="http://schemas.openxmlformats.org/officeDocument/2006/relationships/slideLayout" Target="../slideLayouts/slideLayout1.xml"/><Relationship Id="rId8"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image" Target="../media/image-57-4.png"/><Relationship Id="rId5" Type="http://schemas.openxmlformats.org/officeDocument/2006/relationships/image" Target="../media/image-57-5.png"/><Relationship Id="rId6" Type="http://schemas.openxmlformats.org/officeDocument/2006/relationships/image" Target="../media/image-57-6.png"/><Relationship Id="rId7" Type="http://schemas.openxmlformats.org/officeDocument/2006/relationships/slideLayout" Target="../slideLayouts/slideLayout1.xml"/><Relationship Id="rId8"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image" Target="../media/image-58-3.png"/><Relationship Id="rId4" Type="http://schemas.openxmlformats.org/officeDocument/2006/relationships/image" Target="../media/image-58-4.png"/><Relationship Id="rId5" Type="http://schemas.openxmlformats.org/officeDocument/2006/relationships/image" Target="../media/image-58-5.png"/><Relationship Id="rId6" Type="http://schemas.openxmlformats.org/officeDocument/2006/relationships/image" Target="../media/image-58-6.png"/><Relationship Id="rId7" Type="http://schemas.openxmlformats.org/officeDocument/2006/relationships/image" Target="../media/image-58-7.jpg"/><Relationship Id="rId8" Type="http://schemas.openxmlformats.org/officeDocument/2006/relationships/slideLayout" Target="../slideLayouts/slideLayout1.xml"/><Relationship Id="rId9"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image" Target="../media/image-59-3.png"/><Relationship Id="rId4" Type="http://schemas.openxmlformats.org/officeDocument/2006/relationships/image" Target="../media/image-59-4.png"/><Relationship Id="rId5" Type="http://schemas.openxmlformats.org/officeDocument/2006/relationships/image" Target="../media/image-59-5.png"/><Relationship Id="rId6" Type="http://schemas.openxmlformats.org/officeDocument/2006/relationships/image" Target="../media/image-59-6.png"/><Relationship Id="rId7" Type="http://schemas.openxmlformats.org/officeDocument/2006/relationships/image" Target="../media/image-59-7.jpg"/><Relationship Id="rId8" Type="http://schemas.openxmlformats.org/officeDocument/2006/relationships/slideLayout" Target="../slideLayouts/slideLayout1.xml"/><Relationship Id="rId9"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jp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image" Target="../media/image-61-3.png"/><Relationship Id="rId4" Type="http://schemas.openxmlformats.org/officeDocument/2006/relationships/image" Target="../media/image-61-4.png"/><Relationship Id="rId5" Type="http://schemas.openxmlformats.org/officeDocument/2006/relationships/image" Target="../media/image-61-5.png"/><Relationship Id="rId6" Type="http://schemas.openxmlformats.org/officeDocument/2006/relationships/image" Target="../media/image-61-6.png"/><Relationship Id="rId7" Type="http://schemas.openxmlformats.org/officeDocument/2006/relationships/image" Target="../media/image-61-7.png"/><Relationship Id="rId8" Type="http://schemas.openxmlformats.org/officeDocument/2006/relationships/image" Target="../media/image-61-8.jpg"/><Relationship Id="rId9" Type="http://schemas.openxmlformats.org/officeDocument/2006/relationships/slideLayout" Target="../slideLayouts/slideLayout1.xml"/><Relationship Id="rId10"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image" Target="../media/image-62-4.png"/><Relationship Id="rId5" Type="http://schemas.openxmlformats.org/officeDocument/2006/relationships/image" Target="../media/image-62-5.png"/><Relationship Id="rId6" Type="http://schemas.openxmlformats.org/officeDocument/2006/relationships/image" Target="../media/image-62-6.png"/><Relationship Id="rId7" Type="http://schemas.openxmlformats.org/officeDocument/2006/relationships/image" Target="../media/image-62-7.png"/><Relationship Id="rId8" Type="http://schemas.openxmlformats.org/officeDocument/2006/relationships/image" Target="../media/image-62-8.jpg"/><Relationship Id="rId9" Type="http://schemas.openxmlformats.org/officeDocument/2006/relationships/slideLayout" Target="../slideLayouts/slideLayout1.xml"/><Relationship Id="rId10"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image" Target="../media/image-63-3.png"/><Relationship Id="rId4" Type="http://schemas.openxmlformats.org/officeDocument/2006/relationships/image" Target="../media/image-63-4.png"/><Relationship Id="rId5" Type="http://schemas.openxmlformats.org/officeDocument/2006/relationships/image" Target="../media/image-63-5.png"/><Relationship Id="rId6" Type="http://schemas.openxmlformats.org/officeDocument/2006/relationships/image" Target="../media/image-63-6.png"/><Relationship Id="rId7" Type="http://schemas.openxmlformats.org/officeDocument/2006/relationships/image" Target="../media/image-63-7.png"/><Relationship Id="rId8" Type="http://schemas.openxmlformats.org/officeDocument/2006/relationships/image" Target="../media/image-63-8.jpg"/><Relationship Id="rId9" Type="http://schemas.openxmlformats.org/officeDocument/2006/relationships/slideLayout" Target="../slideLayouts/slideLayout1.xml"/><Relationship Id="rId10"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image" Target="../media/image-64-4.png"/><Relationship Id="rId5" Type="http://schemas.openxmlformats.org/officeDocument/2006/relationships/image" Target="../media/image-64-5.png"/><Relationship Id="rId6" Type="http://schemas.openxmlformats.org/officeDocument/2006/relationships/image" Target="../media/image-64-6.png"/><Relationship Id="rId7" Type="http://schemas.openxmlformats.org/officeDocument/2006/relationships/image" Target="../media/image-64-7.png"/><Relationship Id="rId8" Type="http://schemas.openxmlformats.org/officeDocument/2006/relationships/image" Target="../media/image-64-8.jpg"/><Relationship Id="rId9" Type="http://schemas.openxmlformats.org/officeDocument/2006/relationships/slideLayout" Target="../slideLayouts/slideLayout1.xml"/><Relationship Id="rId10"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image" Target="../media/image-65-3.png"/><Relationship Id="rId4" Type="http://schemas.openxmlformats.org/officeDocument/2006/relationships/image" Target="../media/image-65-4.png"/><Relationship Id="rId5" Type="http://schemas.openxmlformats.org/officeDocument/2006/relationships/image" Target="../media/image-65-5.png"/><Relationship Id="rId6" Type="http://schemas.openxmlformats.org/officeDocument/2006/relationships/image" Target="../media/image-65-6.png"/><Relationship Id="rId7" Type="http://schemas.openxmlformats.org/officeDocument/2006/relationships/image" Target="../media/image-65-7.png"/><Relationship Id="rId8" Type="http://schemas.openxmlformats.org/officeDocument/2006/relationships/image" Target="../media/image-65-8.jpg"/><Relationship Id="rId9" Type="http://schemas.openxmlformats.org/officeDocument/2006/relationships/slideLayout" Target="../slideLayouts/slideLayout1.xml"/><Relationship Id="rId10"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user/white-label-mockup/.screendeck/logo.png">    </p:cNvPr>
          <p:cNvPicPr>
            <a:picLocks noChangeAspect="1"/>
          </p:cNvPicPr>
          <p:nvPr/>
        </p:nvPicPr>
        <p:blipFill>
          <a:blip r:embed="rId1"/>
          <a:stretch>
            <a:fillRect/>
          </a:stretch>
        </p:blipFill>
        <p:spPr>
          <a:xfrm>
            <a:off x="502920" y="868680"/>
            <a:ext cx="2633472" cy="914400"/>
          </a:xfrm>
          <a:prstGeom prst="rect">
            <a:avLst/>
          </a:prstGeom>
        </p:spPr>
      </p:pic>
      <p:sp>
        <p:nvSpPr>
          <p:cNvPr id="3" name="Text 0"/>
          <p:cNvSpPr/>
          <p:nvPr/>
        </p:nvSpPr>
        <p:spPr>
          <a:xfrm>
            <a:off x="502920" y="2331720"/>
            <a:ext cx="7498080" cy="914400"/>
          </a:xfrm>
          <a:prstGeom prst="rect">
            <a:avLst/>
          </a:prstGeom>
          <a:noFill/>
          <a:ln/>
        </p:spPr>
        <p:txBody>
          <a:bodyPr wrap="square" lIns="0" tIns="0" rIns="0" bIns="0" rtlCol="0" anchor="ctr"/>
          <a:lstStyle/>
          <a:p>
            <a:pPr indent="0" marL="0">
              <a:buNone/>
            </a:pPr>
            <a:r>
              <a:rPr lang="en-US" sz="4600" b="1" dirty="0">
                <a:solidFill>
                  <a:srgbClr val="0D1411"/>
                </a:solidFill>
                <a:latin typeface="Calibri" pitchFamily="34" charset="0"/>
                <a:ea typeface="Calibri" pitchFamily="34" charset="-122"/>
                <a:cs typeface="Calibri" pitchFamily="34" charset="-120"/>
              </a:rPr>
              <a:t>Wafra Farm App</a:t>
            </a:r>
            <a:endParaRPr lang="en-US" sz="4600" dirty="0"/>
          </a:p>
        </p:txBody>
      </p:sp>
      <p:sp>
        <p:nvSpPr>
          <p:cNvPr id="4" name="Text 1"/>
          <p:cNvSpPr/>
          <p:nvPr/>
        </p:nvSpPr>
        <p:spPr>
          <a:xfrm>
            <a:off x="502920" y="3703320"/>
            <a:ext cx="2194560" cy="868680"/>
          </a:xfrm>
          <a:prstGeom prst="rect">
            <a:avLst/>
          </a:prstGeom>
          <a:noFill/>
          <a:ln/>
        </p:spPr>
        <p:txBody>
          <a:bodyPr wrap="square" lIns="0" tIns="0" rIns="0" bIns="0" rtlCol="0" anchor="ctr"/>
          <a:lstStyle/>
          <a:p>
            <a:pPr indent="0" marL="0">
              <a:buNone/>
            </a:pPr>
            <a:r>
              <a:rPr lang="en-US" sz="5400" b="1" dirty="0">
                <a:solidFill>
                  <a:srgbClr val="0D1411"/>
                </a:solidFill>
                <a:latin typeface="Calibri" pitchFamily="34" charset="0"/>
                <a:ea typeface="Calibri" pitchFamily="34" charset="-122"/>
                <a:cs typeface="Calibri" pitchFamily="34" charset="-120"/>
              </a:rPr>
              <a:t>58</a:t>
            </a:r>
            <a:endParaRPr lang="en-US" sz="5400" dirty="0"/>
          </a:p>
        </p:txBody>
      </p:sp>
      <p:sp>
        <p:nvSpPr>
          <p:cNvPr id="5" name="Text 2"/>
          <p:cNvSpPr/>
          <p:nvPr/>
        </p:nvSpPr>
        <p:spPr>
          <a:xfrm>
            <a:off x="502920" y="4553712"/>
            <a:ext cx="2194560" cy="310896"/>
          </a:xfrm>
          <a:prstGeom prst="rect">
            <a:avLst/>
          </a:prstGeom>
          <a:noFill/>
          <a:ln/>
        </p:spPr>
        <p:txBody>
          <a:bodyPr wrap="square" lIns="0" tIns="0" rIns="0" bIns="0" rtlCol="0" anchor="ctr"/>
          <a:lstStyle/>
          <a:p>
            <a:pPr indent="0" marL="0">
              <a:buNone/>
            </a:pPr>
            <a:r>
              <a:rPr lang="en-US" sz="1200" b="1" spc="160" kern="0" dirty="0">
                <a:solidFill>
                  <a:srgbClr val="1B7350"/>
                </a:solidFill>
                <a:latin typeface="Calibri" pitchFamily="34" charset="0"/>
                <a:ea typeface="Calibri" pitchFamily="34" charset="-122"/>
                <a:cs typeface="Calibri" pitchFamily="34" charset="-120"/>
              </a:rPr>
              <a:t>SCREENS</a:t>
            </a:r>
            <a:endParaRPr lang="en-US" sz="1200" dirty="0"/>
          </a:p>
        </p:txBody>
      </p:sp>
      <p:sp>
        <p:nvSpPr>
          <p:cNvPr id="6" name="Text 3"/>
          <p:cNvSpPr/>
          <p:nvPr/>
        </p:nvSpPr>
        <p:spPr>
          <a:xfrm>
            <a:off x="2971800" y="3703320"/>
            <a:ext cx="2194560" cy="868680"/>
          </a:xfrm>
          <a:prstGeom prst="rect">
            <a:avLst/>
          </a:prstGeom>
          <a:noFill/>
          <a:ln/>
        </p:spPr>
        <p:txBody>
          <a:bodyPr wrap="square" lIns="0" tIns="0" rIns="0" bIns="0" rtlCol="0" anchor="ctr"/>
          <a:lstStyle/>
          <a:p>
            <a:pPr indent="0" marL="0">
              <a:buNone/>
            </a:pPr>
            <a:r>
              <a:rPr lang="en-US" sz="5400" b="1" dirty="0">
                <a:solidFill>
                  <a:srgbClr val="0D1411"/>
                </a:solidFill>
                <a:latin typeface="Calibri" pitchFamily="34" charset="0"/>
                <a:ea typeface="Calibri" pitchFamily="34" charset="-122"/>
                <a:cs typeface="Calibri" pitchFamily="34" charset="-120"/>
              </a:rPr>
              <a:t>1.7.4</a:t>
            </a:r>
            <a:endParaRPr lang="en-US" sz="5400" dirty="0"/>
          </a:p>
        </p:txBody>
      </p:sp>
      <p:sp>
        <p:nvSpPr>
          <p:cNvPr id="7" name="Text 4"/>
          <p:cNvSpPr/>
          <p:nvPr/>
        </p:nvSpPr>
        <p:spPr>
          <a:xfrm>
            <a:off x="2971800" y="4553712"/>
            <a:ext cx="2194560" cy="310896"/>
          </a:xfrm>
          <a:prstGeom prst="rect">
            <a:avLst/>
          </a:prstGeom>
          <a:noFill/>
          <a:ln/>
        </p:spPr>
        <p:txBody>
          <a:bodyPr wrap="square" lIns="0" tIns="0" rIns="0" bIns="0" rtlCol="0" anchor="ctr"/>
          <a:lstStyle/>
          <a:p>
            <a:pPr indent="0" marL="0">
              <a:buNone/>
            </a:pPr>
            <a:r>
              <a:rPr lang="en-US" sz="1200" b="1" spc="160" kern="0" dirty="0">
                <a:solidFill>
                  <a:srgbClr val="1B7350"/>
                </a:solidFill>
                <a:latin typeface="Calibri" pitchFamily="34" charset="0"/>
                <a:ea typeface="Calibri" pitchFamily="34" charset="-122"/>
                <a:cs typeface="Calibri" pitchFamily="34" charset="-120"/>
              </a:rPr>
              <a:t>VERSION</a:t>
            </a:r>
            <a:endParaRPr lang="en-US" sz="1200" dirty="0"/>
          </a:p>
        </p:txBody>
      </p:sp>
      <p:sp>
        <p:nvSpPr>
          <p:cNvPr id="8" name="Text 5"/>
          <p:cNvSpPr/>
          <p:nvPr/>
        </p:nvSpPr>
        <p:spPr>
          <a:xfrm>
            <a:off x="502920" y="5440680"/>
            <a:ext cx="6035040" cy="822960"/>
          </a:xfrm>
          <a:prstGeom prst="rect">
            <a:avLst/>
          </a:prstGeom>
          <a:noFill/>
          <a:ln/>
        </p:spPr>
        <p:txBody>
          <a:bodyPr wrap="square" lIns="0" tIns="0" rIns="0" bIns="0" rtlCol="0" anchor="ctr"/>
          <a:lstStyle/>
          <a:p>
            <a:pPr indent="0" marL="0">
              <a:lnSpc>
                <a:spcPts val="2000"/>
              </a:lnSpc>
              <a:buNone/>
            </a:pPr>
            <a:r>
              <a:rPr lang="en-US" sz="1300" dirty="0">
                <a:solidFill>
                  <a:srgbClr val="4A5852"/>
                </a:solidFill>
                <a:latin typeface="Calibri" pitchFamily="34" charset="0"/>
                <a:ea typeface="Calibri" pitchFamily="34" charset="-122"/>
                <a:cs typeface="Calibri" pitchFamily="34" charset="-120"/>
              </a:rPr>
              <a:t>58 screens across 6 sections of the app, at version 1.7.4. Each page carries one screen on the left; the right-hand side is left clear for comments and notes.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5486400" cy="457200"/>
          </a:xfrm>
          <a:prstGeom prst="rect">
            <a:avLst/>
          </a:prstGeom>
          <a:noFill/>
          <a:ln/>
        </p:spPr>
        <p:txBody>
          <a:bodyPr wrap="square" lIns="0" tIns="0" rIns="0" bIns="0" rtlCol="0" anchor="ctr"/>
          <a:lstStyle/>
          <a:p>
            <a:pPr indent="0" marL="0">
              <a:buNone/>
            </a:pPr>
            <a:r>
              <a:rPr lang="en-US" sz="2400" b="1" dirty="0">
                <a:solidFill>
                  <a:srgbClr val="0D1411"/>
                </a:solidFill>
                <a:latin typeface="Calibri" pitchFamily="34" charset="0"/>
                <a:ea typeface="Calibri" pitchFamily="34" charset="-122"/>
                <a:cs typeface="Calibri" pitchFamily="34" charset="-120"/>
              </a:rPr>
              <a:t>Every screen</a:t>
            </a:r>
            <a:endParaRPr lang="en-US" sz="2400" dirty="0"/>
          </a:p>
        </p:txBody>
      </p:sp>
      <p:sp>
        <p:nvSpPr>
          <p:cNvPr id="3" name="Text 1"/>
          <p:cNvSpPr/>
          <p:nvPr/>
        </p:nvSpPr>
        <p:spPr>
          <a:xfrm>
            <a:off x="502920" y="841248"/>
            <a:ext cx="5486400" cy="274320"/>
          </a:xfrm>
          <a:prstGeom prst="rect">
            <a:avLst/>
          </a:prstGeom>
          <a:noFill/>
          <a:ln/>
        </p:spPr>
        <p:txBody>
          <a:bodyPr wrap="square" lIns="0" tIns="0" rIns="0" bIns="0" rtlCol="0" anchor="ctr"/>
          <a:lstStyle/>
          <a:p>
            <a:pPr indent="0" marL="0">
              <a:buNone/>
            </a:pPr>
            <a:r>
              <a:rPr lang="en-US" sz="1000" dirty="0">
                <a:solidFill>
                  <a:srgbClr val="4A5852"/>
                </a:solidFill>
                <a:latin typeface="Calibri" pitchFamily="34" charset="0"/>
                <a:ea typeface="Calibri" pitchFamily="34" charset="-122"/>
                <a:cs typeface="Calibri" pitchFamily="34" charset="-120"/>
              </a:rPr>
              <a:t>58 screens · the number is the page in this deck</a:t>
            </a:r>
            <a:endParaRPr lang="en-US" sz="1000" dirty="0"/>
          </a:p>
        </p:txBody>
      </p:sp>
      <p:sp>
        <p:nvSpPr>
          <p:cNvPr id="4" name="Text 2"/>
          <p:cNvSpPr/>
          <p:nvPr/>
        </p:nvSpPr>
        <p:spPr>
          <a:xfrm>
            <a:off x="502920" y="1325880"/>
            <a:ext cx="2953512" cy="205740"/>
          </a:xfrm>
          <a:prstGeom prst="rect">
            <a:avLst/>
          </a:prstGeom>
          <a:noFill/>
          <a:ln/>
        </p:spPr>
        <p:txBody>
          <a:bodyPr wrap="square" lIns="0" tIns="0" rIns="0" bIns="0" rtlCol="0" anchor="ctr"/>
          <a:lstStyle/>
          <a:p>
            <a:pPr indent="0" marL="0">
              <a:buNone/>
            </a:pPr>
            <a:r>
              <a:rPr lang="en-US" sz="850" b="1" spc="120" kern="0" dirty="0">
                <a:solidFill>
                  <a:srgbClr val="1B7350"/>
                </a:solidFill>
                <a:latin typeface="Calibri" pitchFamily="34" charset="0"/>
                <a:ea typeface="Calibri" pitchFamily="34" charset="-122"/>
                <a:cs typeface="Calibri" pitchFamily="34" charset="-120"/>
              </a:rPr>
              <a:t>FIRST RUN</a:t>
            </a:r>
            <a:endParaRPr lang="en-US" sz="850" dirty="0"/>
          </a:p>
        </p:txBody>
      </p:sp>
      <p:sp>
        <p:nvSpPr>
          <p:cNvPr id="5" name="Text 3"/>
          <p:cNvSpPr/>
          <p:nvPr/>
        </p:nvSpPr>
        <p:spPr>
          <a:xfrm>
            <a:off x="502920" y="15316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A1</a:t>
            </a:r>
            <a:endParaRPr lang="en-US" sz="850" dirty="0"/>
          </a:p>
        </p:txBody>
      </p:sp>
      <p:sp>
        <p:nvSpPr>
          <p:cNvPr id="6" name="Text 4"/>
          <p:cNvSpPr/>
          <p:nvPr/>
        </p:nvSpPr>
        <p:spPr>
          <a:xfrm>
            <a:off x="1088136" y="15316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Welcome</a:t>
            </a:r>
            <a:endParaRPr lang="en-US" sz="850" dirty="0"/>
          </a:p>
        </p:txBody>
      </p:sp>
      <p:sp>
        <p:nvSpPr>
          <p:cNvPr id="7" name="Text 5"/>
          <p:cNvSpPr/>
          <p:nvPr/>
        </p:nvSpPr>
        <p:spPr>
          <a:xfrm>
            <a:off x="3090672" y="15316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4</a:t>
            </a:r>
            <a:endParaRPr lang="en-US" sz="850" dirty="0"/>
          </a:p>
        </p:txBody>
      </p:sp>
      <p:sp>
        <p:nvSpPr>
          <p:cNvPr id="8" name="Text 6"/>
          <p:cNvSpPr/>
          <p:nvPr/>
        </p:nvSpPr>
        <p:spPr>
          <a:xfrm>
            <a:off x="502920" y="17373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A2</a:t>
            </a:r>
            <a:endParaRPr lang="en-US" sz="850" dirty="0"/>
          </a:p>
        </p:txBody>
      </p:sp>
      <p:sp>
        <p:nvSpPr>
          <p:cNvPr id="9" name="Text 7"/>
          <p:cNvSpPr/>
          <p:nvPr/>
        </p:nvSpPr>
        <p:spPr>
          <a:xfrm>
            <a:off x="1088136" y="17373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Choose your language</a:t>
            </a:r>
            <a:endParaRPr lang="en-US" sz="850" dirty="0"/>
          </a:p>
        </p:txBody>
      </p:sp>
      <p:sp>
        <p:nvSpPr>
          <p:cNvPr id="10" name="Text 8"/>
          <p:cNvSpPr/>
          <p:nvPr/>
        </p:nvSpPr>
        <p:spPr>
          <a:xfrm>
            <a:off x="3090672" y="17373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a:t>
            </a:r>
            <a:endParaRPr lang="en-US" sz="850" dirty="0"/>
          </a:p>
        </p:txBody>
      </p:sp>
      <p:sp>
        <p:nvSpPr>
          <p:cNvPr id="11" name="Text 9"/>
          <p:cNvSpPr/>
          <p:nvPr/>
        </p:nvSpPr>
        <p:spPr>
          <a:xfrm>
            <a:off x="502920" y="19431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A3</a:t>
            </a:r>
            <a:endParaRPr lang="en-US" sz="850" dirty="0"/>
          </a:p>
        </p:txBody>
      </p:sp>
      <p:sp>
        <p:nvSpPr>
          <p:cNvPr id="12" name="Text 10"/>
          <p:cNvSpPr/>
          <p:nvPr/>
        </p:nvSpPr>
        <p:spPr>
          <a:xfrm>
            <a:off x="1088136" y="19431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Guided tour — 1 of 5</a:t>
            </a:r>
            <a:endParaRPr lang="en-US" sz="850" dirty="0"/>
          </a:p>
        </p:txBody>
      </p:sp>
      <p:sp>
        <p:nvSpPr>
          <p:cNvPr id="13" name="Text 11"/>
          <p:cNvSpPr/>
          <p:nvPr/>
        </p:nvSpPr>
        <p:spPr>
          <a:xfrm>
            <a:off x="3090672" y="19431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6</a:t>
            </a:r>
            <a:endParaRPr lang="en-US" sz="850" dirty="0"/>
          </a:p>
        </p:txBody>
      </p:sp>
      <p:sp>
        <p:nvSpPr>
          <p:cNvPr id="14" name="Text 12"/>
          <p:cNvSpPr/>
          <p:nvPr/>
        </p:nvSpPr>
        <p:spPr>
          <a:xfrm>
            <a:off x="502920" y="21488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A4</a:t>
            </a:r>
            <a:endParaRPr lang="en-US" sz="850" dirty="0"/>
          </a:p>
        </p:txBody>
      </p:sp>
      <p:sp>
        <p:nvSpPr>
          <p:cNvPr id="15" name="Text 13"/>
          <p:cNvSpPr/>
          <p:nvPr/>
        </p:nvSpPr>
        <p:spPr>
          <a:xfrm>
            <a:off x="1088136" y="21488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Guided tour — 2 of 5</a:t>
            </a:r>
            <a:endParaRPr lang="en-US" sz="850" dirty="0"/>
          </a:p>
        </p:txBody>
      </p:sp>
      <p:sp>
        <p:nvSpPr>
          <p:cNvPr id="16" name="Text 14"/>
          <p:cNvSpPr/>
          <p:nvPr/>
        </p:nvSpPr>
        <p:spPr>
          <a:xfrm>
            <a:off x="3090672" y="21488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7</a:t>
            </a:r>
            <a:endParaRPr lang="en-US" sz="850" dirty="0"/>
          </a:p>
        </p:txBody>
      </p:sp>
      <p:sp>
        <p:nvSpPr>
          <p:cNvPr id="17" name="Text 15"/>
          <p:cNvSpPr/>
          <p:nvPr/>
        </p:nvSpPr>
        <p:spPr>
          <a:xfrm>
            <a:off x="502920" y="235458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A5</a:t>
            </a:r>
            <a:endParaRPr lang="en-US" sz="850" dirty="0"/>
          </a:p>
        </p:txBody>
      </p:sp>
      <p:sp>
        <p:nvSpPr>
          <p:cNvPr id="18" name="Text 16"/>
          <p:cNvSpPr/>
          <p:nvPr/>
        </p:nvSpPr>
        <p:spPr>
          <a:xfrm>
            <a:off x="1088136" y="235458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Guided tour — 3 of 5</a:t>
            </a:r>
            <a:endParaRPr lang="en-US" sz="850" dirty="0"/>
          </a:p>
        </p:txBody>
      </p:sp>
      <p:sp>
        <p:nvSpPr>
          <p:cNvPr id="19" name="Text 17"/>
          <p:cNvSpPr/>
          <p:nvPr/>
        </p:nvSpPr>
        <p:spPr>
          <a:xfrm>
            <a:off x="3090672" y="235458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8</a:t>
            </a:r>
            <a:endParaRPr lang="en-US" sz="850" dirty="0"/>
          </a:p>
        </p:txBody>
      </p:sp>
      <p:sp>
        <p:nvSpPr>
          <p:cNvPr id="20" name="Text 18"/>
          <p:cNvSpPr/>
          <p:nvPr/>
        </p:nvSpPr>
        <p:spPr>
          <a:xfrm>
            <a:off x="502920" y="25603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A6</a:t>
            </a:r>
            <a:endParaRPr lang="en-US" sz="850" dirty="0"/>
          </a:p>
        </p:txBody>
      </p:sp>
      <p:sp>
        <p:nvSpPr>
          <p:cNvPr id="21" name="Text 19"/>
          <p:cNvSpPr/>
          <p:nvPr/>
        </p:nvSpPr>
        <p:spPr>
          <a:xfrm>
            <a:off x="1088136" y="25603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Guided tour — 4 of 5</a:t>
            </a:r>
            <a:endParaRPr lang="en-US" sz="850" dirty="0"/>
          </a:p>
        </p:txBody>
      </p:sp>
      <p:sp>
        <p:nvSpPr>
          <p:cNvPr id="22" name="Text 20"/>
          <p:cNvSpPr/>
          <p:nvPr/>
        </p:nvSpPr>
        <p:spPr>
          <a:xfrm>
            <a:off x="3090672" y="25603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9</a:t>
            </a:r>
            <a:endParaRPr lang="en-US" sz="850" dirty="0"/>
          </a:p>
        </p:txBody>
      </p:sp>
      <p:sp>
        <p:nvSpPr>
          <p:cNvPr id="23" name="Text 21"/>
          <p:cNvSpPr/>
          <p:nvPr/>
        </p:nvSpPr>
        <p:spPr>
          <a:xfrm>
            <a:off x="502920" y="27660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A7</a:t>
            </a:r>
            <a:endParaRPr lang="en-US" sz="850" dirty="0"/>
          </a:p>
        </p:txBody>
      </p:sp>
      <p:sp>
        <p:nvSpPr>
          <p:cNvPr id="24" name="Text 22"/>
          <p:cNvSpPr/>
          <p:nvPr/>
        </p:nvSpPr>
        <p:spPr>
          <a:xfrm>
            <a:off x="1088136" y="27660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Guided tour — 5 of 5</a:t>
            </a:r>
            <a:endParaRPr lang="en-US" sz="850" dirty="0"/>
          </a:p>
        </p:txBody>
      </p:sp>
      <p:sp>
        <p:nvSpPr>
          <p:cNvPr id="25" name="Text 23"/>
          <p:cNvSpPr/>
          <p:nvPr/>
        </p:nvSpPr>
        <p:spPr>
          <a:xfrm>
            <a:off x="3090672" y="27660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10</a:t>
            </a:r>
            <a:endParaRPr lang="en-US" sz="850" dirty="0"/>
          </a:p>
        </p:txBody>
      </p:sp>
      <p:sp>
        <p:nvSpPr>
          <p:cNvPr id="26" name="Text 24"/>
          <p:cNvSpPr/>
          <p:nvPr/>
        </p:nvSpPr>
        <p:spPr>
          <a:xfrm>
            <a:off x="502920" y="29718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A8</a:t>
            </a:r>
            <a:endParaRPr lang="en-US" sz="850" dirty="0"/>
          </a:p>
        </p:txBody>
      </p:sp>
      <p:sp>
        <p:nvSpPr>
          <p:cNvPr id="27" name="Text 25"/>
          <p:cNvSpPr/>
          <p:nvPr/>
        </p:nvSpPr>
        <p:spPr>
          <a:xfrm>
            <a:off x="1088136" y="29718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Sign up</a:t>
            </a:r>
            <a:endParaRPr lang="en-US" sz="850" dirty="0"/>
          </a:p>
        </p:txBody>
      </p:sp>
      <p:sp>
        <p:nvSpPr>
          <p:cNvPr id="28" name="Text 26"/>
          <p:cNvSpPr/>
          <p:nvPr/>
        </p:nvSpPr>
        <p:spPr>
          <a:xfrm>
            <a:off x="3090672" y="29718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11</a:t>
            </a:r>
            <a:endParaRPr lang="en-US" sz="850" dirty="0"/>
          </a:p>
        </p:txBody>
      </p:sp>
      <p:sp>
        <p:nvSpPr>
          <p:cNvPr id="29" name="Text 27"/>
          <p:cNvSpPr/>
          <p:nvPr/>
        </p:nvSpPr>
        <p:spPr>
          <a:xfrm>
            <a:off x="502920" y="31775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A9</a:t>
            </a:r>
            <a:endParaRPr lang="en-US" sz="850" dirty="0"/>
          </a:p>
        </p:txBody>
      </p:sp>
      <p:sp>
        <p:nvSpPr>
          <p:cNvPr id="30" name="Text 28"/>
          <p:cNvSpPr/>
          <p:nvPr/>
        </p:nvSpPr>
        <p:spPr>
          <a:xfrm>
            <a:off x="1088136" y="31775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Verify code</a:t>
            </a:r>
            <a:endParaRPr lang="en-US" sz="850" dirty="0"/>
          </a:p>
        </p:txBody>
      </p:sp>
      <p:sp>
        <p:nvSpPr>
          <p:cNvPr id="31" name="Text 29"/>
          <p:cNvSpPr/>
          <p:nvPr/>
        </p:nvSpPr>
        <p:spPr>
          <a:xfrm>
            <a:off x="3090672" y="31775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12</a:t>
            </a:r>
            <a:endParaRPr lang="en-US" sz="850" dirty="0"/>
          </a:p>
        </p:txBody>
      </p:sp>
      <p:sp>
        <p:nvSpPr>
          <p:cNvPr id="32" name="Text 30"/>
          <p:cNvSpPr/>
          <p:nvPr/>
        </p:nvSpPr>
        <p:spPr>
          <a:xfrm>
            <a:off x="502920" y="338328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A10</a:t>
            </a:r>
            <a:endParaRPr lang="en-US" sz="850" dirty="0"/>
          </a:p>
        </p:txBody>
      </p:sp>
      <p:sp>
        <p:nvSpPr>
          <p:cNvPr id="33" name="Text 31"/>
          <p:cNvSpPr/>
          <p:nvPr/>
        </p:nvSpPr>
        <p:spPr>
          <a:xfrm>
            <a:off x="1088136" y="338328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Tell us about your farm</a:t>
            </a:r>
            <a:endParaRPr lang="en-US" sz="850" dirty="0"/>
          </a:p>
        </p:txBody>
      </p:sp>
      <p:sp>
        <p:nvSpPr>
          <p:cNvPr id="34" name="Text 32"/>
          <p:cNvSpPr/>
          <p:nvPr/>
        </p:nvSpPr>
        <p:spPr>
          <a:xfrm>
            <a:off x="3090672" y="338328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13</a:t>
            </a:r>
            <a:endParaRPr lang="en-US" sz="850" dirty="0"/>
          </a:p>
        </p:txBody>
      </p:sp>
      <p:sp>
        <p:nvSpPr>
          <p:cNvPr id="35" name="Text 33"/>
          <p:cNvSpPr/>
          <p:nvPr/>
        </p:nvSpPr>
        <p:spPr>
          <a:xfrm>
            <a:off x="502920" y="35890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A22</a:t>
            </a:r>
            <a:endParaRPr lang="en-US" sz="850" dirty="0"/>
          </a:p>
        </p:txBody>
      </p:sp>
      <p:sp>
        <p:nvSpPr>
          <p:cNvPr id="36" name="Text 34"/>
          <p:cNvSpPr/>
          <p:nvPr/>
        </p:nvSpPr>
        <p:spPr>
          <a:xfrm>
            <a:off x="1088136" y="35890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Too small for a survey</a:t>
            </a:r>
            <a:endParaRPr lang="en-US" sz="850" dirty="0"/>
          </a:p>
        </p:txBody>
      </p:sp>
      <p:sp>
        <p:nvSpPr>
          <p:cNvPr id="37" name="Text 35"/>
          <p:cNvSpPr/>
          <p:nvPr/>
        </p:nvSpPr>
        <p:spPr>
          <a:xfrm>
            <a:off x="3090672" y="35890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14</a:t>
            </a:r>
            <a:endParaRPr lang="en-US" sz="850" dirty="0"/>
          </a:p>
        </p:txBody>
      </p:sp>
      <p:sp>
        <p:nvSpPr>
          <p:cNvPr id="38" name="Text 36"/>
          <p:cNvSpPr/>
          <p:nvPr/>
        </p:nvSpPr>
        <p:spPr>
          <a:xfrm>
            <a:off x="502920" y="37947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A11</a:t>
            </a:r>
            <a:endParaRPr lang="en-US" sz="850" dirty="0"/>
          </a:p>
        </p:txBody>
      </p:sp>
      <p:sp>
        <p:nvSpPr>
          <p:cNvPr id="39" name="Text 37"/>
          <p:cNvSpPr/>
          <p:nvPr/>
        </p:nvSpPr>
        <p:spPr>
          <a:xfrm>
            <a:off x="1088136" y="37947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Available service plans</a:t>
            </a:r>
            <a:endParaRPr lang="en-US" sz="850" dirty="0"/>
          </a:p>
        </p:txBody>
      </p:sp>
      <p:sp>
        <p:nvSpPr>
          <p:cNvPr id="40" name="Text 38"/>
          <p:cNvSpPr/>
          <p:nvPr/>
        </p:nvSpPr>
        <p:spPr>
          <a:xfrm>
            <a:off x="3090672" y="37947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15</a:t>
            </a:r>
            <a:endParaRPr lang="en-US" sz="850" dirty="0"/>
          </a:p>
        </p:txBody>
      </p:sp>
      <p:sp>
        <p:nvSpPr>
          <p:cNvPr id="41" name="Text 39"/>
          <p:cNvSpPr/>
          <p:nvPr/>
        </p:nvSpPr>
        <p:spPr>
          <a:xfrm>
            <a:off x="502920" y="40005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A12</a:t>
            </a:r>
            <a:endParaRPr lang="en-US" sz="850" dirty="0"/>
          </a:p>
        </p:txBody>
      </p:sp>
      <p:sp>
        <p:nvSpPr>
          <p:cNvPr id="42" name="Text 40"/>
          <p:cNvSpPr/>
          <p:nvPr/>
        </p:nvSpPr>
        <p:spPr>
          <a:xfrm>
            <a:off x="1088136" y="40005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Not interested</a:t>
            </a:r>
            <a:endParaRPr lang="en-US" sz="850" dirty="0"/>
          </a:p>
        </p:txBody>
      </p:sp>
      <p:sp>
        <p:nvSpPr>
          <p:cNvPr id="43" name="Text 41"/>
          <p:cNvSpPr/>
          <p:nvPr/>
        </p:nvSpPr>
        <p:spPr>
          <a:xfrm>
            <a:off x="3090672" y="40005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16</a:t>
            </a:r>
            <a:endParaRPr lang="en-US" sz="850" dirty="0"/>
          </a:p>
        </p:txBody>
      </p:sp>
      <p:sp>
        <p:nvSpPr>
          <p:cNvPr id="44" name="Text 42"/>
          <p:cNvSpPr/>
          <p:nvPr/>
        </p:nvSpPr>
        <p:spPr>
          <a:xfrm>
            <a:off x="502920" y="42062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A13</a:t>
            </a:r>
            <a:endParaRPr lang="en-US" sz="850" dirty="0"/>
          </a:p>
        </p:txBody>
      </p:sp>
      <p:sp>
        <p:nvSpPr>
          <p:cNvPr id="45" name="Text 43"/>
          <p:cNvSpPr/>
          <p:nvPr/>
        </p:nvSpPr>
        <p:spPr>
          <a:xfrm>
            <a:off x="1088136" y="42062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Draw your fields</a:t>
            </a:r>
            <a:endParaRPr lang="en-US" sz="850" dirty="0"/>
          </a:p>
        </p:txBody>
      </p:sp>
      <p:sp>
        <p:nvSpPr>
          <p:cNvPr id="46" name="Text 44"/>
          <p:cNvSpPr/>
          <p:nvPr/>
        </p:nvSpPr>
        <p:spPr>
          <a:xfrm>
            <a:off x="3090672" y="42062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17</a:t>
            </a:r>
            <a:endParaRPr lang="en-US" sz="850" dirty="0"/>
          </a:p>
        </p:txBody>
      </p:sp>
      <p:sp>
        <p:nvSpPr>
          <p:cNvPr id="47" name="Text 45"/>
          <p:cNvSpPr/>
          <p:nvPr/>
        </p:nvSpPr>
        <p:spPr>
          <a:xfrm>
            <a:off x="502920" y="441198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A16</a:t>
            </a:r>
            <a:endParaRPr lang="en-US" sz="850" dirty="0"/>
          </a:p>
        </p:txBody>
      </p:sp>
      <p:sp>
        <p:nvSpPr>
          <p:cNvPr id="48" name="Text 46"/>
          <p:cNvSpPr/>
          <p:nvPr/>
        </p:nvSpPr>
        <p:spPr>
          <a:xfrm>
            <a:off x="1088136" y="441198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Your fields</a:t>
            </a:r>
            <a:endParaRPr lang="en-US" sz="850" dirty="0"/>
          </a:p>
        </p:txBody>
      </p:sp>
      <p:sp>
        <p:nvSpPr>
          <p:cNvPr id="49" name="Text 47"/>
          <p:cNvSpPr/>
          <p:nvPr/>
        </p:nvSpPr>
        <p:spPr>
          <a:xfrm>
            <a:off x="3090672" y="441198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18</a:t>
            </a:r>
            <a:endParaRPr lang="en-US" sz="850" dirty="0"/>
          </a:p>
        </p:txBody>
      </p:sp>
      <p:sp>
        <p:nvSpPr>
          <p:cNvPr id="50" name="Text 48"/>
          <p:cNvSpPr/>
          <p:nvPr/>
        </p:nvSpPr>
        <p:spPr>
          <a:xfrm>
            <a:off x="502920" y="46177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A17</a:t>
            </a:r>
            <a:endParaRPr lang="en-US" sz="850" dirty="0"/>
          </a:p>
        </p:txBody>
      </p:sp>
      <p:sp>
        <p:nvSpPr>
          <p:cNvPr id="51" name="Text 49"/>
          <p:cNvSpPr/>
          <p:nvPr/>
        </p:nvSpPr>
        <p:spPr>
          <a:xfrm>
            <a:off x="1088136" y="46177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Service plans</a:t>
            </a:r>
            <a:endParaRPr lang="en-US" sz="850" dirty="0"/>
          </a:p>
        </p:txBody>
      </p:sp>
      <p:sp>
        <p:nvSpPr>
          <p:cNvPr id="52" name="Text 50"/>
          <p:cNvSpPr/>
          <p:nvPr/>
        </p:nvSpPr>
        <p:spPr>
          <a:xfrm>
            <a:off x="3090672" y="46177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19</a:t>
            </a:r>
            <a:endParaRPr lang="en-US" sz="850" dirty="0"/>
          </a:p>
        </p:txBody>
      </p:sp>
      <p:sp>
        <p:nvSpPr>
          <p:cNvPr id="53" name="Text 51"/>
          <p:cNvSpPr/>
          <p:nvPr/>
        </p:nvSpPr>
        <p:spPr>
          <a:xfrm>
            <a:off x="502920" y="48234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A18</a:t>
            </a:r>
            <a:endParaRPr lang="en-US" sz="850" dirty="0"/>
          </a:p>
        </p:txBody>
      </p:sp>
      <p:sp>
        <p:nvSpPr>
          <p:cNvPr id="54" name="Text 52"/>
          <p:cNvSpPr/>
          <p:nvPr/>
        </p:nvSpPr>
        <p:spPr>
          <a:xfrm>
            <a:off x="1088136" y="48234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Confirm subscription</a:t>
            </a:r>
            <a:endParaRPr lang="en-US" sz="850" dirty="0"/>
          </a:p>
        </p:txBody>
      </p:sp>
      <p:sp>
        <p:nvSpPr>
          <p:cNvPr id="55" name="Text 53"/>
          <p:cNvSpPr/>
          <p:nvPr/>
        </p:nvSpPr>
        <p:spPr>
          <a:xfrm>
            <a:off x="3090672" y="48234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20</a:t>
            </a:r>
            <a:endParaRPr lang="en-US" sz="850" dirty="0"/>
          </a:p>
        </p:txBody>
      </p:sp>
      <p:sp>
        <p:nvSpPr>
          <p:cNvPr id="56" name="Text 54"/>
          <p:cNvSpPr/>
          <p:nvPr/>
        </p:nvSpPr>
        <p:spPr>
          <a:xfrm>
            <a:off x="502920" y="50292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A19</a:t>
            </a:r>
            <a:endParaRPr lang="en-US" sz="850" dirty="0"/>
          </a:p>
        </p:txBody>
      </p:sp>
      <p:sp>
        <p:nvSpPr>
          <p:cNvPr id="57" name="Text 55"/>
          <p:cNvSpPr/>
          <p:nvPr/>
        </p:nvSpPr>
        <p:spPr>
          <a:xfrm>
            <a:off x="1088136" y="50292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You’re ready</a:t>
            </a:r>
            <a:endParaRPr lang="en-US" sz="850" dirty="0"/>
          </a:p>
        </p:txBody>
      </p:sp>
      <p:sp>
        <p:nvSpPr>
          <p:cNvPr id="58" name="Text 56"/>
          <p:cNvSpPr/>
          <p:nvPr/>
        </p:nvSpPr>
        <p:spPr>
          <a:xfrm>
            <a:off x="3090672" y="50292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21</a:t>
            </a:r>
            <a:endParaRPr lang="en-US" sz="850" dirty="0"/>
          </a:p>
        </p:txBody>
      </p:sp>
      <p:sp>
        <p:nvSpPr>
          <p:cNvPr id="59" name="Text 57"/>
          <p:cNvSpPr/>
          <p:nvPr/>
        </p:nvSpPr>
        <p:spPr>
          <a:xfrm>
            <a:off x="502920" y="5234940"/>
            <a:ext cx="2953512" cy="205740"/>
          </a:xfrm>
          <a:prstGeom prst="rect">
            <a:avLst/>
          </a:prstGeom>
          <a:noFill/>
          <a:ln/>
        </p:spPr>
        <p:txBody>
          <a:bodyPr wrap="square" lIns="0" tIns="0" rIns="0" bIns="0" rtlCol="0" anchor="ctr"/>
          <a:lstStyle/>
          <a:p>
            <a:pPr indent="0" marL="0">
              <a:buNone/>
            </a:pPr>
            <a:r>
              <a:rPr lang="en-US" sz="850" b="1" spc="120" kern="0" dirty="0">
                <a:solidFill>
                  <a:srgbClr val="1B7350"/>
                </a:solidFill>
                <a:latin typeface="Calibri" pitchFamily="34" charset="0"/>
                <a:ea typeface="Calibri" pitchFamily="34" charset="-122"/>
                <a:cs typeface="Calibri" pitchFamily="34" charset="-120"/>
              </a:rPr>
              <a:t>LOG IN</a:t>
            </a:r>
            <a:endParaRPr lang="en-US" sz="850" dirty="0"/>
          </a:p>
        </p:txBody>
      </p:sp>
      <p:sp>
        <p:nvSpPr>
          <p:cNvPr id="60" name="Text 58"/>
          <p:cNvSpPr/>
          <p:nvPr/>
        </p:nvSpPr>
        <p:spPr>
          <a:xfrm>
            <a:off x="502920" y="544068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A20</a:t>
            </a:r>
            <a:endParaRPr lang="en-US" sz="850" dirty="0"/>
          </a:p>
        </p:txBody>
      </p:sp>
      <p:sp>
        <p:nvSpPr>
          <p:cNvPr id="61" name="Text 59"/>
          <p:cNvSpPr/>
          <p:nvPr/>
        </p:nvSpPr>
        <p:spPr>
          <a:xfrm>
            <a:off x="1088136" y="544068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Log in</a:t>
            </a:r>
            <a:endParaRPr lang="en-US" sz="850" dirty="0"/>
          </a:p>
        </p:txBody>
      </p:sp>
      <p:sp>
        <p:nvSpPr>
          <p:cNvPr id="62" name="Text 60"/>
          <p:cNvSpPr/>
          <p:nvPr/>
        </p:nvSpPr>
        <p:spPr>
          <a:xfrm>
            <a:off x="3090672" y="544068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23</a:t>
            </a:r>
            <a:endParaRPr lang="en-US" sz="850" dirty="0"/>
          </a:p>
        </p:txBody>
      </p:sp>
      <p:sp>
        <p:nvSpPr>
          <p:cNvPr id="63" name="Text 61"/>
          <p:cNvSpPr/>
          <p:nvPr/>
        </p:nvSpPr>
        <p:spPr>
          <a:xfrm>
            <a:off x="502920" y="56464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A21</a:t>
            </a:r>
            <a:endParaRPr lang="en-US" sz="850" dirty="0"/>
          </a:p>
        </p:txBody>
      </p:sp>
      <p:sp>
        <p:nvSpPr>
          <p:cNvPr id="64" name="Text 62"/>
          <p:cNvSpPr/>
          <p:nvPr/>
        </p:nvSpPr>
        <p:spPr>
          <a:xfrm>
            <a:off x="1088136" y="56464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Join a farm as a guest</a:t>
            </a:r>
            <a:endParaRPr lang="en-US" sz="850" dirty="0"/>
          </a:p>
        </p:txBody>
      </p:sp>
      <p:sp>
        <p:nvSpPr>
          <p:cNvPr id="65" name="Text 63"/>
          <p:cNvSpPr/>
          <p:nvPr/>
        </p:nvSpPr>
        <p:spPr>
          <a:xfrm>
            <a:off x="3090672" y="56464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24</a:t>
            </a:r>
            <a:endParaRPr lang="en-US" sz="850" dirty="0"/>
          </a:p>
        </p:txBody>
      </p:sp>
      <p:sp>
        <p:nvSpPr>
          <p:cNvPr id="66" name="Text 64"/>
          <p:cNvSpPr/>
          <p:nvPr/>
        </p:nvSpPr>
        <p:spPr>
          <a:xfrm>
            <a:off x="3867912" y="1325880"/>
            <a:ext cx="2953512" cy="205740"/>
          </a:xfrm>
          <a:prstGeom prst="rect">
            <a:avLst/>
          </a:prstGeom>
          <a:noFill/>
          <a:ln/>
        </p:spPr>
        <p:txBody>
          <a:bodyPr wrap="square" lIns="0" tIns="0" rIns="0" bIns="0" rtlCol="0" anchor="ctr"/>
          <a:lstStyle/>
          <a:p>
            <a:pPr indent="0" marL="0">
              <a:buNone/>
            </a:pPr>
            <a:r>
              <a:rPr lang="en-US" sz="850" b="1" spc="120" kern="0" dirty="0">
                <a:solidFill>
                  <a:srgbClr val="1B7350"/>
                </a:solidFill>
                <a:latin typeface="Calibri" pitchFamily="34" charset="0"/>
                <a:ea typeface="Calibri" pitchFamily="34" charset="-122"/>
                <a:cs typeface="Calibri" pitchFamily="34" charset="-120"/>
              </a:rPr>
              <a:t>MY FARM</a:t>
            </a:r>
            <a:endParaRPr lang="en-US" sz="850" dirty="0"/>
          </a:p>
        </p:txBody>
      </p:sp>
      <p:sp>
        <p:nvSpPr>
          <p:cNvPr id="67" name="Text 65"/>
          <p:cNvSpPr/>
          <p:nvPr/>
        </p:nvSpPr>
        <p:spPr>
          <a:xfrm>
            <a:off x="3867912" y="15316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B1</a:t>
            </a:r>
            <a:endParaRPr lang="en-US" sz="850" dirty="0"/>
          </a:p>
        </p:txBody>
      </p:sp>
      <p:sp>
        <p:nvSpPr>
          <p:cNvPr id="68" name="Text 66"/>
          <p:cNvSpPr/>
          <p:nvPr/>
        </p:nvSpPr>
        <p:spPr>
          <a:xfrm>
            <a:off x="4453128" y="15316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Farm home</a:t>
            </a:r>
            <a:endParaRPr lang="en-US" sz="850" dirty="0"/>
          </a:p>
        </p:txBody>
      </p:sp>
      <p:sp>
        <p:nvSpPr>
          <p:cNvPr id="69" name="Text 67"/>
          <p:cNvSpPr/>
          <p:nvPr/>
        </p:nvSpPr>
        <p:spPr>
          <a:xfrm>
            <a:off x="6455664" y="15316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26</a:t>
            </a:r>
            <a:endParaRPr lang="en-US" sz="850" dirty="0"/>
          </a:p>
        </p:txBody>
      </p:sp>
      <p:sp>
        <p:nvSpPr>
          <p:cNvPr id="70" name="Text 68"/>
          <p:cNvSpPr/>
          <p:nvPr/>
        </p:nvSpPr>
        <p:spPr>
          <a:xfrm>
            <a:off x="3867912" y="17373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B2</a:t>
            </a:r>
            <a:endParaRPr lang="en-US" sz="850" dirty="0"/>
          </a:p>
        </p:txBody>
      </p:sp>
      <p:sp>
        <p:nvSpPr>
          <p:cNvPr id="71" name="Text 69"/>
          <p:cNvSpPr/>
          <p:nvPr/>
        </p:nvSpPr>
        <p:spPr>
          <a:xfrm>
            <a:off x="4453128" y="17373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Plot detail</a:t>
            </a:r>
            <a:endParaRPr lang="en-US" sz="850" dirty="0"/>
          </a:p>
        </p:txBody>
      </p:sp>
      <p:sp>
        <p:nvSpPr>
          <p:cNvPr id="72" name="Text 70"/>
          <p:cNvSpPr/>
          <p:nvPr/>
        </p:nvSpPr>
        <p:spPr>
          <a:xfrm>
            <a:off x="6455664" y="17373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27</a:t>
            </a:r>
            <a:endParaRPr lang="en-US" sz="850" dirty="0"/>
          </a:p>
        </p:txBody>
      </p:sp>
      <p:sp>
        <p:nvSpPr>
          <p:cNvPr id="73" name="Text 71"/>
          <p:cNvSpPr/>
          <p:nvPr/>
        </p:nvSpPr>
        <p:spPr>
          <a:xfrm>
            <a:off x="3867912" y="19431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B12</a:t>
            </a:r>
            <a:endParaRPr lang="en-US" sz="850" dirty="0"/>
          </a:p>
        </p:txBody>
      </p:sp>
      <p:sp>
        <p:nvSpPr>
          <p:cNvPr id="74" name="Text 72"/>
          <p:cNvSpPr/>
          <p:nvPr/>
        </p:nvSpPr>
        <p:spPr>
          <a:xfrm>
            <a:off x="4453128" y="19431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Irrigation schedule</a:t>
            </a:r>
            <a:endParaRPr lang="en-US" sz="850" dirty="0"/>
          </a:p>
        </p:txBody>
      </p:sp>
      <p:sp>
        <p:nvSpPr>
          <p:cNvPr id="75" name="Text 73"/>
          <p:cNvSpPr/>
          <p:nvPr/>
        </p:nvSpPr>
        <p:spPr>
          <a:xfrm>
            <a:off x="6455664" y="19431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28</a:t>
            </a:r>
            <a:endParaRPr lang="en-US" sz="850" dirty="0"/>
          </a:p>
        </p:txBody>
      </p:sp>
      <p:sp>
        <p:nvSpPr>
          <p:cNvPr id="76" name="Text 74"/>
          <p:cNvSpPr/>
          <p:nvPr/>
        </p:nvSpPr>
        <p:spPr>
          <a:xfrm>
            <a:off x="3867912" y="21488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B3</a:t>
            </a:r>
            <a:endParaRPr lang="en-US" sz="850" dirty="0"/>
          </a:p>
        </p:txBody>
      </p:sp>
      <p:sp>
        <p:nvSpPr>
          <p:cNvPr id="77" name="Text 75"/>
          <p:cNvSpPr/>
          <p:nvPr/>
        </p:nvSpPr>
        <p:spPr>
          <a:xfrm>
            <a:off x="4453128" y="21488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Crop cycles</a:t>
            </a:r>
            <a:endParaRPr lang="en-US" sz="850" dirty="0"/>
          </a:p>
        </p:txBody>
      </p:sp>
      <p:sp>
        <p:nvSpPr>
          <p:cNvPr id="78" name="Text 76"/>
          <p:cNvSpPr/>
          <p:nvPr/>
        </p:nvSpPr>
        <p:spPr>
          <a:xfrm>
            <a:off x="6455664" y="21488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29</a:t>
            </a:r>
            <a:endParaRPr lang="en-US" sz="850" dirty="0"/>
          </a:p>
        </p:txBody>
      </p:sp>
      <p:sp>
        <p:nvSpPr>
          <p:cNvPr id="79" name="Text 77"/>
          <p:cNvSpPr/>
          <p:nvPr/>
        </p:nvSpPr>
        <p:spPr>
          <a:xfrm>
            <a:off x="3867912" y="235458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B4</a:t>
            </a:r>
            <a:endParaRPr lang="en-US" sz="850" dirty="0"/>
          </a:p>
        </p:txBody>
      </p:sp>
      <p:sp>
        <p:nvSpPr>
          <p:cNvPr id="80" name="Text 78"/>
          <p:cNvSpPr/>
          <p:nvPr/>
        </p:nvSpPr>
        <p:spPr>
          <a:xfrm>
            <a:off x="4453128" y="235458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Add / edit crop cycle</a:t>
            </a:r>
            <a:endParaRPr lang="en-US" sz="850" dirty="0"/>
          </a:p>
        </p:txBody>
      </p:sp>
      <p:sp>
        <p:nvSpPr>
          <p:cNvPr id="81" name="Text 79"/>
          <p:cNvSpPr/>
          <p:nvPr/>
        </p:nvSpPr>
        <p:spPr>
          <a:xfrm>
            <a:off x="6455664" y="235458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30</a:t>
            </a:r>
            <a:endParaRPr lang="en-US" sz="850" dirty="0"/>
          </a:p>
        </p:txBody>
      </p:sp>
      <p:sp>
        <p:nvSpPr>
          <p:cNvPr id="82" name="Text 80"/>
          <p:cNvSpPr/>
          <p:nvPr/>
        </p:nvSpPr>
        <p:spPr>
          <a:xfrm>
            <a:off x="3867912" y="25603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B5</a:t>
            </a:r>
            <a:endParaRPr lang="en-US" sz="850" dirty="0"/>
          </a:p>
        </p:txBody>
      </p:sp>
      <p:sp>
        <p:nvSpPr>
          <p:cNvPr id="83" name="Text 81"/>
          <p:cNvSpPr/>
          <p:nvPr/>
        </p:nvSpPr>
        <p:spPr>
          <a:xfrm>
            <a:off x="4453128" y="25603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Tree field</a:t>
            </a:r>
            <a:endParaRPr lang="en-US" sz="850" dirty="0"/>
          </a:p>
        </p:txBody>
      </p:sp>
      <p:sp>
        <p:nvSpPr>
          <p:cNvPr id="84" name="Text 82"/>
          <p:cNvSpPr/>
          <p:nvPr/>
        </p:nvSpPr>
        <p:spPr>
          <a:xfrm>
            <a:off x="6455664" y="25603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31</a:t>
            </a:r>
            <a:endParaRPr lang="en-US" sz="850" dirty="0"/>
          </a:p>
        </p:txBody>
      </p:sp>
      <p:sp>
        <p:nvSpPr>
          <p:cNvPr id="85" name="Text 83"/>
          <p:cNvSpPr/>
          <p:nvPr/>
        </p:nvSpPr>
        <p:spPr>
          <a:xfrm>
            <a:off x="3867912" y="27660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B6</a:t>
            </a:r>
            <a:endParaRPr lang="en-US" sz="850" dirty="0"/>
          </a:p>
        </p:txBody>
      </p:sp>
      <p:sp>
        <p:nvSpPr>
          <p:cNvPr id="86" name="Text 84"/>
          <p:cNvSpPr/>
          <p:nvPr/>
        </p:nvSpPr>
        <p:spPr>
          <a:xfrm>
            <a:off x="4453128" y="27660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Tree detail</a:t>
            </a:r>
            <a:endParaRPr lang="en-US" sz="850" dirty="0"/>
          </a:p>
        </p:txBody>
      </p:sp>
      <p:sp>
        <p:nvSpPr>
          <p:cNvPr id="87" name="Text 85"/>
          <p:cNvSpPr/>
          <p:nvPr/>
        </p:nvSpPr>
        <p:spPr>
          <a:xfrm>
            <a:off x="6455664" y="27660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32</a:t>
            </a:r>
            <a:endParaRPr lang="en-US" sz="850" dirty="0"/>
          </a:p>
        </p:txBody>
      </p:sp>
      <p:sp>
        <p:nvSpPr>
          <p:cNvPr id="88" name="Text 86"/>
          <p:cNvSpPr/>
          <p:nvPr/>
        </p:nvSpPr>
        <p:spPr>
          <a:xfrm>
            <a:off x="3867912" y="29718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B7</a:t>
            </a:r>
            <a:endParaRPr lang="en-US" sz="850" dirty="0"/>
          </a:p>
        </p:txBody>
      </p:sp>
      <p:sp>
        <p:nvSpPr>
          <p:cNvPr id="89" name="Text 87"/>
          <p:cNvSpPr/>
          <p:nvPr/>
        </p:nvSpPr>
        <p:spPr>
          <a:xfrm>
            <a:off x="4453128" y="29718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Crop planner</a:t>
            </a:r>
            <a:endParaRPr lang="en-US" sz="850" dirty="0"/>
          </a:p>
        </p:txBody>
      </p:sp>
      <p:sp>
        <p:nvSpPr>
          <p:cNvPr id="90" name="Text 88"/>
          <p:cNvSpPr/>
          <p:nvPr/>
        </p:nvSpPr>
        <p:spPr>
          <a:xfrm>
            <a:off x="6455664" y="29718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33</a:t>
            </a:r>
            <a:endParaRPr lang="en-US" sz="850" dirty="0"/>
          </a:p>
        </p:txBody>
      </p:sp>
      <p:sp>
        <p:nvSpPr>
          <p:cNvPr id="91" name="Text 89"/>
          <p:cNvSpPr/>
          <p:nvPr/>
        </p:nvSpPr>
        <p:spPr>
          <a:xfrm>
            <a:off x="3867912" y="31775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B8</a:t>
            </a:r>
            <a:endParaRPr lang="en-US" sz="850" dirty="0"/>
          </a:p>
        </p:txBody>
      </p:sp>
      <p:sp>
        <p:nvSpPr>
          <p:cNvPr id="92" name="Text 90"/>
          <p:cNvSpPr/>
          <p:nvPr/>
        </p:nvSpPr>
        <p:spPr>
          <a:xfrm>
            <a:off x="4453128" y="31775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Farm progress</a:t>
            </a:r>
            <a:endParaRPr lang="en-US" sz="850" dirty="0"/>
          </a:p>
        </p:txBody>
      </p:sp>
      <p:sp>
        <p:nvSpPr>
          <p:cNvPr id="93" name="Text 91"/>
          <p:cNvSpPr/>
          <p:nvPr/>
        </p:nvSpPr>
        <p:spPr>
          <a:xfrm>
            <a:off x="6455664" y="31775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34</a:t>
            </a:r>
            <a:endParaRPr lang="en-US" sz="850" dirty="0"/>
          </a:p>
        </p:txBody>
      </p:sp>
      <p:sp>
        <p:nvSpPr>
          <p:cNvPr id="94" name="Text 92"/>
          <p:cNvSpPr/>
          <p:nvPr/>
        </p:nvSpPr>
        <p:spPr>
          <a:xfrm>
            <a:off x="3867912" y="338328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B9</a:t>
            </a:r>
            <a:endParaRPr lang="en-US" sz="850" dirty="0"/>
          </a:p>
        </p:txBody>
      </p:sp>
      <p:sp>
        <p:nvSpPr>
          <p:cNvPr id="95" name="Text 93"/>
          <p:cNvSpPr/>
          <p:nvPr/>
        </p:nvSpPr>
        <p:spPr>
          <a:xfrm>
            <a:off x="4453128" y="338328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Add fields</a:t>
            </a:r>
            <a:endParaRPr lang="en-US" sz="850" dirty="0"/>
          </a:p>
        </p:txBody>
      </p:sp>
      <p:sp>
        <p:nvSpPr>
          <p:cNvPr id="96" name="Text 94"/>
          <p:cNvSpPr/>
          <p:nvPr/>
        </p:nvSpPr>
        <p:spPr>
          <a:xfrm>
            <a:off x="6455664" y="338328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35</a:t>
            </a:r>
            <a:endParaRPr lang="en-US" sz="850" dirty="0"/>
          </a:p>
        </p:txBody>
      </p:sp>
      <p:sp>
        <p:nvSpPr>
          <p:cNvPr id="97" name="Text 95"/>
          <p:cNvSpPr/>
          <p:nvPr/>
        </p:nvSpPr>
        <p:spPr>
          <a:xfrm>
            <a:off x="3867912" y="35890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B10</a:t>
            </a:r>
            <a:endParaRPr lang="en-US" sz="850" dirty="0"/>
          </a:p>
        </p:txBody>
      </p:sp>
      <p:sp>
        <p:nvSpPr>
          <p:cNvPr id="98" name="Text 96"/>
          <p:cNvSpPr/>
          <p:nvPr/>
        </p:nvSpPr>
        <p:spPr>
          <a:xfrm>
            <a:off x="4453128" y="35890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Manage workforce</a:t>
            </a:r>
            <a:endParaRPr lang="en-US" sz="850" dirty="0"/>
          </a:p>
        </p:txBody>
      </p:sp>
      <p:sp>
        <p:nvSpPr>
          <p:cNvPr id="99" name="Text 97"/>
          <p:cNvSpPr/>
          <p:nvPr/>
        </p:nvSpPr>
        <p:spPr>
          <a:xfrm>
            <a:off x="6455664" y="35890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36</a:t>
            </a:r>
            <a:endParaRPr lang="en-US" sz="850" dirty="0"/>
          </a:p>
        </p:txBody>
      </p:sp>
      <p:sp>
        <p:nvSpPr>
          <p:cNvPr id="100" name="Text 98"/>
          <p:cNvSpPr/>
          <p:nvPr/>
        </p:nvSpPr>
        <p:spPr>
          <a:xfrm>
            <a:off x="3867912" y="3794760"/>
            <a:ext cx="2953512" cy="205740"/>
          </a:xfrm>
          <a:prstGeom prst="rect">
            <a:avLst/>
          </a:prstGeom>
          <a:noFill/>
          <a:ln/>
        </p:spPr>
        <p:txBody>
          <a:bodyPr wrap="square" lIns="0" tIns="0" rIns="0" bIns="0" rtlCol="0" anchor="ctr"/>
          <a:lstStyle/>
          <a:p>
            <a:pPr indent="0" marL="0">
              <a:buNone/>
            </a:pPr>
            <a:r>
              <a:rPr lang="en-US" sz="850" b="1" spc="120" kern="0" dirty="0">
                <a:solidFill>
                  <a:srgbClr val="1B7350"/>
                </a:solidFill>
                <a:latin typeface="Calibri" pitchFamily="34" charset="0"/>
                <a:ea typeface="Calibri" pitchFamily="34" charset="-122"/>
                <a:cs typeface="Calibri" pitchFamily="34" charset="-120"/>
              </a:rPr>
              <a:t>MAP</a:t>
            </a:r>
            <a:endParaRPr lang="en-US" sz="850" dirty="0"/>
          </a:p>
        </p:txBody>
      </p:sp>
      <p:sp>
        <p:nvSpPr>
          <p:cNvPr id="101" name="Text 99"/>
          <p:cNvSpPr/>
          <p:nvPr/>
        </p:nvSpPr>
        <p:spPr>
          <a:xfrm>
            <a:off x="3867912" y="40005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C1</a:t>
            </a:r>
            <a:endParaRPr lang="en-US" sz="850" dirty="0"/>
          </a:p>
        </p:txBody>
      </p:sp>
      <p:sp>
        <p:nvSpPr>
          <p:cNvPr id="102" name="Text 100"/>
          <p:cNvSpPr/>
          <p:nvPr/>
        </p:nvSpPr>
        <p:spPr>
          <a:xfrm>
            <a:off x="4453128" y="40005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Map</a:t>
            </a:r>
            <a:endParaRPr lang="en-US" sz="850" dirty="0"/>
          </a:p>
        </p:txBody>
      </p:sp>
      <p:sp>
        <p:nvSpPr>
          <p:cNvPr id="103" name="Text 101"/>
          <p:cNvSpPr/>
          <p:nvPr/>
        </p:nvSpPr>
        <p:spPr>
          <a:xfrm>
            <a:off x="6455664" y="40005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38</a:t>
            </a:r>
            <a:endParaRPr lang="en-US" sz="850" dirty="0"/>
          </a:p>
        </p:txBody>
      </p:sp>
      <p:sp>
        <p:nvSpPr>
          <p:cNvPr id="104" name="Text 102"/>
          <p:cNvSpPr/>
          <p:nvPr/>
        </p:nvSpPr>
        <p:spPr>
          <a:xfrm>
            <a:off x="3867912" y="42062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C2</a:t>
            </a:r>
            <a:endParaRPr lang="en-US" sz="850" dirty="0"/>
          </a:p>
        </p:txBody>
      </p:sp>
      <p:sp>
        <p:nvSpPr>
          <p:cNvPr id="105" name="Text 103"/>
          <p:cNvSpPr/>
          <p:nvPr/>
        </p:nvSpPr>
        <p:spPr>
          <a:xfrm>
            <a:off x="4453128" y="42062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Layers</a:t>
            </a:r>
            <a:endParaRPr lang="en-US" sz="850" dirty="0"/>
          </a:p>
        </p:txBody>
      </p:sp>
      <p:sp>
        <p:nvSpPr>
          <p:cNvPr id="106" name="Text 104"/>
          <p:cNvSpPr/>
          <p:nvPr/>
        </p:nvSpPr>
        <p:spPr>
          <a:xfrm>
            <a:off x="6455664" y="42062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39</a:t>
            </a:r>
            <a:endParaRPr lang="en-US" sz="850" dirty="0"/>
          </a:p>
        </p:txBody>
      </p:sp>
      <p:sp>
        <p:nvSpPr>
          <p:cNvPr id="107" name="Text 105"/>
          <p:cNvSpPr/>
          <p:nvPr/>
        </p:nvSpPr>
        <p:spPr>
          <a:xfrm>
            <a:off x="3867912" y="441198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C4</a:t>
            </a:r>
            <a:endParaRPr lang="en-US" sz="850" dirty="0"/>
          </a:p>
        </p:txBody>
      </p:sp>
      <p:sp>
        <p:nvSpPr>
          <p:cNvPr id="108" name="Text 106"/>
          <p:cNvSpPr/>
          <p:nvPr/>
        </p:nvSpPr>
        <p:spPr>
          <a:xfrm>
            <a:off x="4453128" y="441198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Compare dates</a:t>
            </a:r>
            <a:endParaRPr lang="en-US" sz="850" dirty="0"/>
          </a:p>
        </p:txBody>
      </p:sp>
      <p:sp>
        <p:nvSpPr>
          <p:cNvPr id="109" name="Text 107"/>
          <p:cNvSpPr/>
          <p:nvPr/>
        </p:nvSpPr>
        <p:spPr>
          <a:xfrm>
            <a:off x="6455664" y="441198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40</a:t>
            </a:r>
            <a:endParaRPr lang="en-US" sz="850" dirty="0"/>
          </a:p>
        </p:txBody>
      </p:sp>
      <p:sp>
        <p:nvSpPr>
          <p:cNvPr id="110" name="Text 108"/>
          <p:cNvSpPr/>
          <p:nvPr/>
        </p:nvSpPr>
        <p:spPr>
          <a:xfrm>
            <a:off x="3867912" y="46177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C5</a:t>
            </a:r>
            <a:endParaRPr lang="en-US" sz="850" dirty="0"/>
          </a:p>
        </p:txBody>
      </p:sp>
      <p:sp>
        <p:nvSpPr>
          <p:cNvPr id="111" name="Text 109"/>
          <p:cNvSpPr/>
          <p:nvPr/>
        </p:nvSpPr>
        <p:spPr>
          <a:xfrm>
            <a:off x="4453128" y="46177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Boundary editor</a:t>
            </a:r>
            <a:endParaRPr lang="en-US" sz="850" dirty="0"/>
          </a:p>
        </p:txBody>
      </p:sp>
      <p:sp>
        <p:nvSpPr>
          <p:cNvPr id="112" name="Text 110"/>
          <p:cNvSpPr/>
          <p:nvPr/>
        </p:nvSpPr>
        <p:spPr>
          <a:xfrm>
            <a:off x="6455664" y="46177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41</a:t>
            </a:r>
            <a:endParaRPr lang="en-US" sz="850" dirty="0"/>
          </a:p>
        </p:txBody>
      </p:sp>
      <p:sp>
        <p:nvSpPr>
          <p:cNvPr id="113" name="Text 111"/>
          <p:cNvSpPr/>
          <p:nvPr/>
        </p:nvSpPr>
        <p:spPr>
          <a:xfrm>
            <a:off x="7232904" y="1325880"/>
            <a:ext cx="2953512" cy="205740"/>
          </a:xfrm>
          <a:prstGeom prst="rect">
            <a:avLst/>
          </a:prstGeom>
          <a:noFill/>
          <a:ln/>
        </p:spPr>
        <p:txBody>
          <a:bodyPr wrap="square" lIns="0" tIns="0" rIns="0" bIns="0" rtlCol="0" anchor="ctr"/>
          <a:lstStyle/>
          <a:p>
            <a:pPr indent="0" marL="0">
              <a:buNone/>
            </a:pPr>
            <a:r>
              <a:rPr lang="en-US" sz="850" b="1" spc="120" kern="0" dirty="0">
                <a:solidFill>
                  <a:srgbClr val="1B7350"/>
                </a:solidFill>
                <a:latin typeface="Calibri" pitchFamily="34" charset="0"/>
                <a:ea typeface="Calibri" pitchFamily="34" charset="-122"/>
                <a:cs typeface="Calibri" pitchFamily="34" charset="-120"/>
              </a:rPr>
              <a:t>ADVICE</a:t>
            </a:r>
            <a:endParaRPr lang="en-US" sz="850" dirty="0"/>
          </a:p>
        </p:txBody>
      </p:sp>
      <p:sp>
        <p:nvSpPr>
          <p:cNvPr id="114" name="Text 112"/>
          <p:cNvSpPr/>
          <p:nvPr/>
        </p:nvSpPr>
        <p:spPr>
          <a:xfrm>
            <a:off x="7232904" y="15316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D1</a:t>
            </a:r>
            <a:endParaRPr lang="en-US" sz="850" dirty="0"/>
          </a:p>
        </p:txBody>
      </p:sp>
      <p:sp>
        <p:nvSpPr>
          <p:cNvPr id="115" name="Text 113"/>
          <p:cNvSpPr/>
          <p:nvPr/>
        </p:nvSpPr>
        <p:spPr>
          <a:xfrm>
            <a:off x="7818120" y="15316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Advice inbox</a:t>
            </a:r>
            <a:endParaRPr lang="en-US" sz="850" dirty="0"/>
          </a:p>
        </p:txBody>
      </p:sp>
      <p:sp>
        <p:nvSpPr>
          <p:cNvPr id="116" name="Text 114"/>
          <p:cNvSpPr/>
          <p:nvPr/>
        </p:nvSpPr>
        <p:spPr>
          <a:xfrm>
            <a:off x="9820656" y="15316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43</a:t>
            </a:r>
            <a:endParaRPr lang="en-US" sz="850" dirty="0"/>
          </a:p>
        </p:txBody>
      </p:sp>
      <p:sp>
        <p:nvSpPr>
          <p:cNvPr id="117" name="Text 115"/>
          <p:cNvSpPr/>
          <p:nvPr/>
        </p:nvSpPr>
        <p:spPr>
          <a:xfrm>
            <a:off x="7232904" y="17373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D2</a:t>
            </a:r>
            <a:endParaRPr lang="en-US" sz="850" dirty="0"/>
          </a:p>
        </p:txBody>
      </p:sp>
      <p:sp>
        <p:nvSpPr>
          <p:cNvPr id="118" name="Text 116"/>
          <p:cNvSpPr/>
          <p:nvPr/>
        </p:nvSpPr>
        <p:spPr>
          <a:xfrm>
            <a:off x="7818120" y="17373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Irrigation advice</a:t>
            </a:r>
            <a:endParaRPr lang="en-US" sz="850" dirty="0"/>
          </a:p>
        </p:txBody>
      </p:sp>
      <p:sp>
        <p:nvSpPr>
          <p:cNvPr id="119" name="Text 117"/>
          <p:cNvSpPr/>
          <p:nvPr/>
        </p:nvSpPr>
        <p:spPr>
          <a:xfrm>
            <a:off x="9820656" y="17373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44</a:t>
            </a:r>
            <a:endParaRPr lang="en-US" sz="850" dirty="0"/>
          </a:p>
        </p:txBody>
      </p:sp>
      <p:sp>
        <p:nvSpPr>
          <p:cNvPr id="120" name="Text 118"/>
          <p:cNvSpPr/>
          <p:nvPr/>
        </p:nvSpPr>
        <p:spPr>
          <a:xfrm>
            <a:off x="7232904" y="19431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D3</a:t>
            </a:r>
            <a:endParaRPr lang="en-US" sz="850" dirty="0"/>
          </a:p>
        </p:txBody>
      </p:sp>
      <p:sp>
        <p:nvSpPr>
          <p:cNvPr id="121" name="Text 119"/>
          <p:cNvSpPr/>
          <p:nvPr/>
        </p:nvSpPr>
        <p:spPr>
          <a:xfrm>
            <a:off x="7818120" y="19431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Fertilisation advice</a:t>
            </a:r>
            <a:endParaRPr lang="en-US" sz="850" dirty="0"/>
          </a:p>
        </p:txBody>
      </p:sp>
      <p:sp>
        <p:nvSpPr>
          <p:cNvPr id="122" name="Text 120"/>
          <p:cNvSpPr/>
          <p:nvPr/>
        </p:nvSpPr>
        <p:spPr>
          <a:xfrm>
            <a:off x="9820656" y="19431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45</a:t>
            </a:r>
            <a:endParaRPr lang="en-US" sz="850" dirty="0"/>
          </a:p>
        </p:txBody>
      </p:sp>
      <p:sp>
        <p:nvSpPr>
          <p:cNvPr id="123" name="Text 121"/>
          <p:cNvSpPr/>
          <p:nvPr/>
        </p:nvSpPr>
        <p:spPr>
          <a:xfrm>
            <a:off x="7232904" y="21488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D4</a:t>
            </a:r>
            <a:endParaRPr lang="en-US" sz="850" dirty="0"/>
          </a:p>
        </p:txBody>
      </p:sp>
      <p:sp>
        <p:nvSpPr>
          <p:cNvPr id="124" name="Text 122"/>
          <p:cNvSpPr/>
          <p:nvPr/>
        </p:nvSpPr>
        <p:spPr>
          <a:xfrm>
            <a:off x="7818120" y="21488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Crop protection advice</a:t>
            </a:r>
            <a:endParaRPr lang="en-US" sz="850" dirty="0"/>
          </a:p>
        </p:txBody>
      </p:sp>
      <p:sp>
        <p:nvSpPr>
          <p:cNvPr id="125" name="Text 123"/>
          <p:cNvSpPr/>
          <p:nvPr/>
        </p:nvSpPr>
        <p:spPr>
          <a:xfrm>
            <a:off x="9820656" y="21488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46</a:t>
            </a:r>
            <a:endParaRPr lang="en-US" sz="850" dirty="0"/>
          </a:p>
        </p:txBody>
      </p:sp>
      <p:sp>
        <p:nvSpPr>
          <p:cNvPr id="126" name="Text 124"/>
          <p:cNvSpPr/>
          <p:nvPr/>
        </p:nvSpPr>
        <p:spPr>
          <a:xfrm>
            <a:off x="7232904" y="235458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D5</a:t>
            </a:r>
            <a:endParaRPr lang="en-US" sz="850" dirty="0"/>
          </a:p>
        </p:txBody>
      </p:sp>
      <p:sp>
        <p:nvSpPr>
          <p:cNvPr id="127" name="Text 125"/>
          <p:cNvSpPr/>
          <p:nvPr/>
        </p:nvSpPr>
        <p:spPr>
          <a:xfrm>
            <a:off x="7818120" y="235458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Plant diagnosis</a:t>
            </a:r>
            <a:endParaRPr lang="en-US" sz="850" dirty="0"/>
          </a:p>
        </p:txBody>
      </p:sp>
      <p:sp>
        <p:nvSpPr>
          <p:cNvPr id="128" name="Text 126"/>
          <p:cNvSpPr/>
          <p:nvPr/>
        </p:nvSpPr>
        <p:spPr>
          <a:xfrm>
            <a:off x="9820656" y="235458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47</a:t>
            </a:r>
            <a:endParaRPr lang="en-US" sz="850" dirty="0"/>
          </a:p>
        </p:txBody>
      </p:sp>
      <p:sp>
        <p:nvSpPr>
          <p:cNvPr id="129" name="Text 127"/>
          <p:cNvSpPr/>
          <p:nvPr/>
        </p:nvSpPr>
        <p:spPr>
          <a:xfrm>
            <a:off x="7232904" y="25603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D6</a:t>
            </a:r>
            <a:endParaRPr lang="en-US" sz="850" dirty="0"/>
          </a:p>
        </p:txBody>
      </p:sp>
      <p:sp>
        <p:nvSpPr>
          <p:cNvPr id="130" name="Text 128"/>
          <p:cNvSpPr/>
          <p:nvPr/>
        </p:nvSpPr>
        <p:spPr>
          <a:xfrm>
            <a:off x="7818120" y="25603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Plant diagnosis — result</a:t>
            </a:r>
            <a:endParaRPr lang="en-US" sz="850" dirty="0"/>
          </a:p>
        </p:txBody>
      </p:sp>
      <p:sp>
        <p:nvSpPr>
          <p:cNvPr id="131" name="Text 129"/>
          <p:cNvSpPr/>
          <p:nvPr/>
        </p:nvSpPr>
        <p:spPr>
          <a:xfrm>
            <a:off x="9820656" y="25603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48</a:t>
            </a:r>
            <a:endParaRPr lang="en-US" sz="850" dirty="0"/>
          </a:p>
        </p:txBody>
      </p:sp>
      <p:sp>
        <p:nvSpPr>
          <p:cNvPr id="132" name="Text 130"/>
          <p:cNvSpPr/>
          <p:nvPr/>
        </p:nvSpPr>
        <p:spPr>
          <a:xfrm>
            <a:off x="7232904" y="2766060"/>
            <a:ext cx="2953512" cy="205740"/>
          </a:xfrm>
          <a:prstGeom prst="rect">
            <a:avLst/>
          </a:prstGeom>
          <a:noFill/>
          <a:ln/>
        </p:spPr>
        <p:txBody>
          <a:bodyPr wrap="square" lIns="0" tIns="0" rIns="0" bIns="0" rtlCol="0" anchor="ctr"/>
          <a:lstStyle/>
          <a:p>
            <a:pPr indent="0" marL="0">
              <a:buNone/>
            </a:pPr>
            <a:r>
              <a:rPr lang="en-US" sz="850" b="1" spc="120" kern="0" dirty="0">
                <a:solidFill>
                  <a:srgbClr val="1B7350"/>
                </a:solidFill>
                <a:latin typeface="Calibri" pitchFamily="34" charset="0"/>
                <a:ea typeface="Calibri" pitchFamily="34" charset="-122"/>
                <a:cs typeface="Calibri" pitchFamily="34" charset="-120"/>
              </a:rPr>
              <a:t>MORE</a:t>
            </a:r>
            <a:endParaRPr lang="en-US" sz="850" dirty="0"/>
          </a:p>
        </p:txBody>
      </p:sp>
      <p:sp>
        <p:nvSpPr>
          <p:cNvPr id="133" name="Text 131"/>
          <p:cNvSpPr/>
          <p:nvPr/>
        </p:nvSpPr>
        <p:spPr>
          <a:xfrm>
            <a:off x="7232904" y="29718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F1</a:t>
            </a:r>
            <a:endParaRPr lang="en-US" sz="850" dirty="0"/>
          </a:p>
        </p:txBody>
      </p:sp>
      <p:sp>
        <p:nvSpPr>
          <p:cNvPr id="134" name="Text 132"/>
          <p:cNvSpPr/>
          <p:nvPr/>
        </p:nvSpPr>
        <p:spPr>
          <a:xfrm>
            <a:off x="7818120" y="29718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More</a:t>
            </a:r>
            <a:endParaRPr lang="en-US" sz="850" dirty="0"/>
          </a:p>
        </p:txBody>
      </p:sp>
      <p:sp>
        <p:nvSpPr>
          <p:cNvPr id="135" name="Text 133"/>
          <p:cNvSpPr/>
          <p:nvPr/>
        </p:nvSpPr>
        <p:spPr>
          <a:xfrm>
            <a:off x="9820656" y="29718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50</a:t>
            </a:r>
            <a:endParaRPr lang="en-US" sz="850" dirty="0"/>
          </a:p>
        </p:txBody>
      </p:sp>
      <p:sp>
        <p:nvSpPr>
          <p:cNvPr id="136" name="Text 134"/>
          <p:cNvSpPr/>
          <p:nvPr/>
        </p:nvSpPr>
        <p:spPr>
          <a:xfrm>
            <a:off x="7232904" y="31775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F2</a:t>
            </a:r>
            <a:endParaRPr lang="en-US" sz="850" dirty="0"/>
          </a:p>
        </p:txBody>
      </p:sp>
      <p:sp>
        <p:nvSpPr>
          <p:cNvPr id="137" name="Text 135"/>
          <p:cNvSpPr/>
          <p:nvPr/>
        </p:nvSpPr>
        <p:spPr>
          <a:xfrm>
            <a:off x="7818120" y="31775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My profile</a:t>
            </a:r>
            <a:endParaRPr lang="en-US" sz="850" dirty="0"/>
          </a:p>
        </p:txBody>
      </p:sp>
      <p:sp>
        <p:nvSpPr>
          <p:cNvPr id="138" name="Text 136"/>
          <p:cNvSpPr/>
          <p:nvPr/>
        </p:nvSpPr>
        <p:spPr>
          <a:xfrm>
            <a:off x="9820656" y="31775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51</a:t>
            </a:r>
            <a:endParaRPr lang="en-US" sz="850" dirty="0"/>
          </a:p>
        </p:txBody>
      </p:sp>
      <p:sp>
        <p:nvSpPr>
          <p:cNvPr id="139" name="Text 137"/>
          <p:cNvSpPr/>
          <p:nvPr/>
        </p:nvSpPr>
        <p:spPr>
          <a:xfrm>
            <a:off x="7232904" y="338328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F3</a:t>
            </a:r>
            <a:endParaRPr lang="en-US" sz="850" dirty="0"/>
          </a:p>
        </p:txBody>
      </p:sp>
      <p:sp>
        <p:nvSpPr>
          <p:cNvPr id="140" name="Text 138"/>
          <p:cNvSpPr/>
          <p:nvPr/>
        </p:nvSpPr>
        <p:spPr>
          <a:xfrm>
            <a:off x="7818120" y="338328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Reports</a:t>
            </a:r>
            <a:endParaRPr lang="en-US" sz="850" dirty="0"/>
          </a:p>
        </p:txBody>
      </p:sp>
      <p:sp>
        <p:nvSpPr>
          <p:cNvPr id="141" name="Text 139"/>
          <p:cNvSpPr/>
          <p:nvPr/>
        </p:nvSpPr>
        <p:spPr>
          <a:xfrm>
            <a:off x="9820656" y="338328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52</a:t>
            </a:r>
            <a:endParaRPr lang="en-US" sz="850" dirty="0"/>
          </a:p>
        </p:txBody>
      </p:sp>
      <p:sp>
        <p:nvSpPr>
          <p:cNvPr id="142" name="Text 140"/>
          <p:cNvSpPr/>
          <p:nvPr/>
        </p:nvSpPr>
        <p:spPr>
          <a:xfrm>
            <a:off x="7232904" y="35890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F4</a:t>
            </a:r>
            <a:endParaRPr lang="en-US" sz="850" dirty="0"/>
          </a:p>
        </p:txBody>
      </p:sp>
      <p:sp>
        <p:nvSpPr>
          <p:cNvPr id="143" name="Text 141"/>
          <p:cNvSpPr/>
          <p:nvPr/>
        </p:nvSpPr>
        <p:spPr>
          <a:xfrm>
            <a:off x="7818120" y="35890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Weather</a:t>
            </a:r>
            <a:endParaRPr lang="en-US" sz="850" dirty="0"/>
          </a:p>
        </p:txBody>
      </p:sp>
      <p:sp>
        <p:nvSpPr>
          <p:cNvPr id="144" name="Text 142"/>
          <p:cNvSpPr/>
          <p:nvPr/>
        </p:nvSpPr>
        <p:spPr>
          <a:xfrm>
            <a:off x="9820656" y="35890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53</a:t>
            </a:r>
            <a:endParaRPr lang="en-US" sz="850" dirty="0"/>
          </a:p>
        </p:txBody>
      </p:sp>
      <p:sp>
        <p:nvSpPr>
          <p:cNvPr id="145" name="Text 143"/>
          <p:cNvSpPr/>
          <p:nvPr/>
        </p:nvSpPr>
        <p:spPr>
          <a:xfrm>
            <a:off x="7232904" y="37947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F5</a:t>
            </a:r>
            <a:endParaRPr lang="en-US" sz="850" dirty="0"/>
          </a:p>
        </p:txBody>
      </p:sp>
      <p:sp>
        <p:nvSpPr>
          <p:cNvPr id="146" name="Text 144"/>
          <p:cNvSpPr/>
          <p:nvPr/>
        </p:nvSpPr>
        <p:spPr>
          <a:xfrm>
            <a:off x="7818120" y="37947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Subscription info for existing users</a:t>
            </a:r>
            <a:endParaRPr lang="en-US" sz="850" dirty="0"/>
          </a:p>
        </p:txBody>
      </p:sp>
      <p:sp>
        <p:nvSpPr>
          <p:cNvPr id="147" name="Text 145"/>
          <p:cNvSpPr/>
          <p:nvPr/>
        </p:nvSpPr>
        <p:spPr>
          <a:xfrm>
            <a:off x="9820656" y="37947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54</a:t>
            </a:r>
            <a:endParaRPr lang="en-US" sz="850" dirty="0"/>
          </a:p>
        </p:txBody>
      </p:sp>
      <p:sp>
        <p:nvSpPr>
          <p:cNvPr id="148" name="Text 146"/>
          <p:cNvSpPr/>
          <p:nvPr/>
        </p:nvSpPr>
        <p:spPr>
          <a:xfrm>
            <a:off x="7232904" y="40005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F6</a:t>
            </a:r>
            <a:endParaRPr lang="en-US" sz="850" dirty="0"/>
          </a:p>
        </p:txBody>
      </p:sp>
      <p:sp>
        <p:nvSpPr>
          <p:cNvPr id="149" name="Text 147"/>
          <p:cNvSpPr/>
          <p:nvPr/>
        </p:nvSpPr>
        <p:spPr>
          <a:xfrm>
            <a:off x="7818120" y="40005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Compare plans</a:t>
            </a:r>
            <a:endParaRPr lang="en-US" sz="850" dirty="0"/>
          </a:p>
        </p:txBody>
      </p:sp>
      <p:sp>
        <p:nvSpPr>
          <p:cNvPr id="150" name="Text 148"/>
          <p:cNvSpPr/>
          <p:nvPr/>
        </p:nvSpPr>
        <p:spPr>
          <a:xfrm>
            <a:off x="9820656" y="40005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55</a:t>
            </a:r>
            <a:endParaRPr lang="en-US" sz="850" dirty="0"/>
          </a:p>
        </p:txBody>
      </p:sp>
      <p:sp>
        <p:nvSpPr>
          <p:cNvPr id="151" name="Text 149"/>
          <p:cNvSpPr/>
          <p:nvPr/>
        </p:nvSpPr>
        <p:spPr>
          <a:xfrm>
            <a:off x="7232904" y="42062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F7</a:t>
            </a:r>
            <a:endParaRPr lang="en-US" sz="850" dirty="0"/>
          </a:p>
        </p:txBody>
      </p:sp>
      <p:sp>
        <p:nvSpPr>
          <p:cNvPr id="152" name="Text 150"/>
          <p:cNvSpPr/>
          <p:nvPr/>
        </p:nvSpPr>
        <p:spPr>
          <a:xfrm>
            <a:off x="7818120" y="42062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Settings</a:t>
            </a:r>
            <a:endParaRPr lang="en-US" sz="850" dirty="0"/>
          </a:p>
        </p:txBody>
      </p:sp>
      <p:sp>
        <p:nvSpPr>
          <p:cNvPr id="153" name="Text 151"/>
          <p:cNvSpPr/>
          <p:nvPr/>
        </p:nvSpPr>
        <p:spPr>
          <a:xfrm>
            <a:off x="9820656" y="42062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56</a:t>
            </a:r>
            <a:endParaRPr lang="en-US" sz="850" dirty="0"/>
          </a:p>
        </p:txBody>
      </p:sp>
      <p:sp>
        <p:nvSpPr>
          <p:cNvPr id="154" name="Text 152"/>
          <p:cNvSpPr/>
          <p:nvPr/>
        </p:nvSpPr>
        <p:spPr>
          <a:xfrm>
            <a:off x="7232904" y="441198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F8</a:t>
            </a:r>
            <a:endParaRPr lang="en-US" sz="850" dirty="0"/>
          </a:p>
        </p:txBody>
      </p:sp>
      <p:sp>
        <p:nvSpPr>
          <p:cNvPr id="155" name="Text 153"/>
          <p:cNvSpPr/>
          <p:nvPr/>
        </p:nvSpPr>
        <p:spPr>
          <a:xfrm>
            <a:off x="7818120" y="441198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Units and formats</a:t>
            </a:r>
            <a:endParaRPr lang="en-US" sz="850" dirty="0"/>
          </a:p>
        </p:txBody>
      </p:sp>
      <p:sp>
        <p:nvSpPr>
          <p:cNvPr id="156" name="Text 154"/>
          <p:cNvSpPr/>
          <p:nvPr/>
        </p:nvSpPr>
        <p:spPr>
          <a:xfrm>
            <a:off x="9820656" y="441198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57</a:t>
            </a:r>
            <a:endParaRPr lang="en-US" sz="850" dirty="0"/>
          </a:p>
        </p:txBody>
      </p:sp>
      <p:sp>
        <p:nvSpPr>
          <p:cNvPr id="157" name="Text 155"/>
          <p:cNvSpPr/>
          <p:nvPr/>
        </p:nvSpPr>
        <p:spPr>
          <a:xfrm>
            <a:off x="7232904" y="46177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F9</a:t>
            </a:r>
            <a:endParaRPr lang="en-US" sz="850" dirty="0"/>
          </a:p>
        </p:txBody>
      </p:sp>
      <p:sp>
        <p:nvSpPr>
          <p:cNvPr id="158" name="Text 156"/>
          <p:cNvSpPr/>
          <p:nvPr/>
        </p:nvSpPr>
        <p:spPr>
          <a:xfrm>
            <a:off x="7818120" y="46177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Advice distribution</a:t>
            </a:r>
            <a:endParaRPr lang="en-US" sz="850" dirty="0"/>
          </a:p>
        </p:txBody>
      </p:sp>
      <p:sp>
        <p:nvSpPr>
          <p:cNvPr id="159" name="Text 157"/>
          <p:cNvSpPr/>
          <p:nvPr/>
        </p:nvSpPr>
        <p:spPr>
          <a:xfrm>
            <a:off x="9820656" y="46177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58</a:t>
            </a:r>
            <a:endParaRPr lang="en-US" sz="850" dirty="0"/>
          </a:p>
        </p:txBody>
      </p:sp>
      <p:sp>
        <p:nvSpPr>
          <p:cNvPr id="160" name="Text 158"/>
          <p:cNvSpPr/>
          <p:nvPr/>
        </p:nvSpPr>
        <p:spPr>
          <a:xfrm>
            <a:off x="7232904" y="48234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F10</a:t>
            </a:r>
            <a:endParaRPr lang="en-US" sz="850" dirty="0"/>
          </a:p>
        </p:txBody>
      </p:sp>
      <p:sp>
        <p:nvSpPr>
          <p:cNvPr id="161" name="Text 159"/>
          <p:cNvSpPr/>
          <p:nvPr/>
        </p:nvSpPr>
        <p:spPr>
          <a:xfrm>
            <a:off x="7818120" y="48234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Data and storage</a:t>
            </a:r>
            <a:endParaRPr lang="en-US" sz="850" dirty="0"/>
          </a:p>
        </p:txBody>
      </p:sp>
      <p:sp>
        <p:nvSpPr>
          <p:cNvPr id="162" name="Text 160"/>
          <p:cNvSpPr/>
          <p:nvPr/>
        </p:nvSpPr>
        <p:spPr>
          <a:xfrm>
            <a:off x="9820656" y="48234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59</a:t>
            </a:r>
            <a:endParaRPr lang="en-US" sz="850" dirty="0"/>
          </a:p>
        </p:txBody>
      </p:sp>
      <p:sp>
        <p:nvSpPr>
          <p:cNvPr id="163" name="Text 161"/>
          <p:cNvSpPr/>
          <p:nvPr/>
        </p:nvSpPr>
        <p:spPr>
          <a:xfrm>
            <a:off x="7232904" y="50292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F11</a:t>
            </a:r>
            <a:endParaRPr lang="en-US" sz="850" dirty="0"/>
          </a:p>
        </p:txBody>
      </p:sp>
      <p:sp>
        <p:nvSpPr>
          <p:cNvPr id="164" name="Text 162"/>
          <p:cNvSpPr/>
          <p:nvPr/>
        </p:nvSpPr>
        <p:spPr>
          <a:xfrm>
            <a:off x="7818120" y="50292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Activity log</a:t>
            </a:r>
            <a:endParaRPr lang="en-US" sz="850" dirty="0"/>
          </a:p>
        </p:txBody>
      </p:sp>
      <p:sp>
        <p:nvSpPr>
          <p:cNvPr id="165" name="Text 163"/>
          <p:cNvSpPr/>
          <p:nvPr/>
        </p:nvSpPr>
        <p:spPr>
          <a:xfrm>
            <a:off x="9820656" y="50292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60</a:t>
            </a:r>
            <a:endParaRPr lang="en-US" sz="850" dirty="0"/>
          </a:p>
        </p:txBody>
      </p:sp>
      <p:sp>
        <p:nvSpPr>
          <p:cNvPr id="166" name="Text 164"/>
          <p:cNvSpPr/>
          <p:nvPr/>
        </p:nvSpPr>
        <p:spPr>
          <a:xfrm>
            <a:off x="7232904" y="52349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F12</a:t>
            </a:r>
            <a:endParaRPr lang="en-US" sz="850" dirty="0"/>
          </a:p>
        </p:txBody>
      </p:sp>
      <p:sp>
        <p:nvSpPr>
          <p:cNvPr id="167" name="Text 165"/>
          <p:cNvSpPr/>
          <p:nvPr/>
        </p:nvSpPr>
        <p:spPr>
          <a:xfrm>
            <a:off x="7818120" y="52349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Help and user guide</a:t>
            </a:r>
            <a:endParaRPr lang="en-US" sz="850" dirty="0"/>
          </a:p>
        </p:txBody>
      </p:sp>
      <p:sp>
        <p:nvSpPr>
          <p:cNvPr id="168" name="Text 166"/>
          <p:cNvSpPr/>
          <p:nvPr/>
        </p:nvSpPr>
        <p:spPr>
          <a:xfrm>
            <a:off x="9820656" y="52349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61</a:t>
            </a:r>
            <a:endParaRPr lang="en-US" sz="850" dirty="0"/>
          </a:p>
        </p:txBody>
      </p:sp>
      <p:sp>
        <p:nvSpPr>
          <p:cNvPr id="169" name="Text 167"/>
          <p:cNvSpPr/>
          <p:nvPr/>
        </p:nvSpPr>
        <p:spPr>
          <a:xfrm>
            <a:off x="7232904" y="544068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F13</a:t>
            </a:r>
            <a:endParaRPr lang="en-US" sz="850" dirty="0"/>
          </a:p>
        </p:txBody>
      </p:sp>
      <p:sp>
        <p:nvSpPr>
          <p:cNvPr id="170" name="Text 168"/>
          <p:cNvSpPr/>
          <p:nvPr/>
        </p:nvSpPr>
        <p:spPr>
          <a:xfrm>
            <a:off x="7818120" y="544068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Crop guide</a:t>
            </a:r>
            <a:endParaRPr lang="en-US" sz="850" dirty="0"/>
          </a:p>
        </p:txBody>
      </p:sp>
      <p:sp>
        <p:nvSpPr>
          <p:cNvPr id="171" name="Text 169"/>
          <p:cNvSpPr/>
          <p:nvPr/>
        </p:nvSpPr>
        <p:spPr>
          <a:xfrm>
            <a:off x="9820656" y="544068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62</a:t>
            </a:r>
            <a:endParaRPr lang="en-US" sz="850" dirty="0"/>
          </a:p>
        </p:txBody>
      </p:sp>
      <p:sp>
        <p:nvSpPr>
          <p:cNvPr id="172" name="Text 170"/>
          <p:cNvSpPr/>
          <p:nvPr/>
        </p:nvSpPr>
        <p:spPr>
          <a:xfrm>
            <a:off x="7232904" y="56464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F14</a:t>
            </a:r>
            <a:endParaRPr lang="en-US" sz="850" dirty="0"/>
          </a:p>
        </p:txBody>
      </p:sp>
      <p:sp>
        <p:nvSpPr>
          <p:cNvPr id="173" name="Text 171"/>
          <p:cNvSpPr/>
          <p:nvPr/>
        </p:nvSpPr>
        <p:spPr>
          <a:xfrm>
            <a:off x="7818120" y="56464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One crop</a:t>
            </a:r>
            <a:endParaRPr lang="en-US" sz="850" dirty="0"/>
          </a:p>
        </p:txBody>
      </p:sp>
      <p:sp>
        <p:nvSpPr>
          <p:cNvPr id="174" name="Text 172"/>
          <p:cNvSpPr/>
          <p:nvPr/>
        </p:nvSpPr>
        <p:spPr>
          <a:xfrm>
            <a:off x="9820656" y="56464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63</a:t>
            </a:r>
            <a:endParaRPr lang="en-US" sz="850" dirty="0"/>
          </a:p>
        </p:txBody>
      </p:sp>
      <p:sp>
        <p:nvSpPr>
          <p:cNvPr id="175" name="Text 173"/>
          <p:cNvSpPr/>
          <p:nvPr/>
        </p:nvSpPr>
        <p:spPr>
          <a:xfrm>
            <a:off x="7232904" y="58521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F15</a:t>
            </a:r>
            <a:endParaRPr lang="en-US" sz="850" dirty="0"/>
          </a:p>
        </p:txBody>
      </p:sp>
      <p:sp>
        <p:nvSpPr>
          <p:cNvPr id="176" name="Text 174"/>
          <p:cNvSpPr/>
          <p:nvPr/>
        </p:nvSpPr>
        <p:spPr>
          <a:xfrm>
            <a:off x="7818120" y="58521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Pests and diseases</a:t>
            </a:r>
            <a:endParaRPr lang="en-US" sz="850" dirty="0"/>
          </a:p>
        </p:txBody>
      </p:sp>
      <p:sp>
        <p:nvSpPr>
          <p:cNvPr id="177" name="Text 175"/>
          <p:cNvSpPr/>
          <p:nvPr/>
        </p:nvSpPr>
        <p:spPr>
          <a:xfrm>
            <a:off x="9820656" y="58521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64</a:t>
            </a:r>
            <a:endParaRPr lang="en-US" sz="850" dirty="0"/>
          </a:p>
        </p:txBody>
      </p:sp>
      <p:sp>
        <p:nvSpPr>
          <p:cNvPr id="178" name="Text 176"/>
          <p:cNvSpPr/>
          <p:nvPr/>
        </p:nvSpPr>
        <p:spPr>
          <a:xfrm>
            <a:off x="7232904" y="60579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F16</a:t>
            </a:r>
            <a:endParaRPr lang="en-US" sz="850" dirty="0"/>
          </a:p>
        </p:txBody>
      </p:sp>
      <p:sp>
        <p:nvSpPr>
          <p:cNvPr id="179" name="Text 177"/>
          <p:cNvSpPr/>
          <p:nvPr/>
        </p:nvSpPr>
        <p:spPr>
          <a:xfrm>
            <a:off x="7818120" y="60579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One pest or disease</a:t>
            </a:r>
            <a:endParaRPr lang="en-US" sz="850" dirty="0"/>
          </a:p>
        </p:txBody>
      </p:sp>
      <p:sp>
        <p:nvSpPr>
          <p:cNvPr id="180" name="Text 178"/>
          <p:cNvSpPr/>
          <p:nvPr/>
        </p:nvSpPr>
        <p:spPr>
          <a:xfrm>
            <a:off x="9820656" y="60579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65</a:t>
            </a:r>
            <a:endParaRPr lang="en-US" sz="850" dirty="0"/>
          </a:p>
        </p:txBody>
      </p:sp>
      <p:sp>
        <p:nvSpPr>
          <p:cNvPr id="181" name="Text 179"/>
          <p:cNvSpPr/>
          <p:nvPr/>
        </p:nvSpPr>
        <p:spPr>
          <a:xfrm>
            <a:off x="7232904" y="62636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F17</a:t>
            </a:r>
            <a:endParaRPr lang="en-US" sz="850" dirty="0"/>
          </a:p>
        </p:txBody>
      </p:sp>
      <p:sp>
        <p:nvSpPr>
          <p:cNvPr id="182" name="Text 180"/>
          <p:cNvSpPr/>
          <p:nvPr/>
        </p:nvSpPr>
        <p:spPr>
          <a:xfrm>
            <a:off x="7818120" y="62636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Contact Wafra</a:t>
            </a:r>
            <a:endParaRPr lang="en-US" sz="850" dirty="0"/>
          </a:p>
        </p:txBody>
      </p:sp>
      <p:sp>
        <p:nvSpPr>
          <p:cNvPr id="183" name="Text 181"/>
          <p:cNvSpPr/>
          <p:nvPr/>
        </p:nvSpPr>
        <p:spPr>
          <a:xfrm>
            <a:off x="9820656" y="62636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66</a:t>
            </a:r>
            <a:endParaRPr lang="en-US" sz="850" dirty="0"/>
          </a:p>
        </p:txBody>
      </p:sp>
      <p:sp>
        <p:nvSpPr>
          <p:cNvPr id="184" name="Text 18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185" name="Text 18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4230"/>
        </a:solidFill>
      </p:bgPr>
    </p:bg>
    <p:spTree>
      <p:nvGrpSpPr>
        <p:cNvPr id="1" name=""/>
        <p:cNvGrpSpPr/>
        <p:nvPr/>
      </p:nvGrpSpPr>
      <p:grpSpPr>
        <a:xfrm>
          <a:off x="0" y="0"/>
          <a:ext cx="0" cy="0"/>
          <a:chOff x="0" y="0"/>
          <a:chExt cx="0" cy="0"/>
        </a:xfrm>
      </p:grpSpPr>
      <p:sp>
        <p:nvSpPr>
          <p:cNvPr id="2" name="Text 0"/>
          <p:cNvSpPr/>
          <p:nvPr/>
        </p:nvSpPr>
        <p:spPr>
          <a:xfrm>
            <a:off x="502920" y="2788920"/>
            <a:ext cx="8229600" cy="365760"/>
          </a:xfrm>
          <a:prstGeom prst="rect">
            <a:avLst/>
          </a:prstGeom>
          <a:noFill/>
          <a:ln/>
        </p:spPr>
        <p:txBody>
          <a:bodyPr wrap="square" lIns="0" tIns="0" rIns="0" bIns="0" rtlCol="0" anchor="ctr"/>
          <a:lstStyle/>
          <a:p>
            <a:pPr indent="0" marL="0">
              <a:buNone/>
            </a:pPr>
            <a:r>
              <a:rPr lang="en-US" sz="1200" b="1" spc="220" kern="0" dirty="0">
                <a:solidFill>
                  <a:srgbClr val="A9C6B6"/>
                </a:solidFill>
                <a:latin typeface="Calibri" pitchFamily="34" charset="0"/>
                <a:ea typeface="Calibri" pitchFamily="34" charset="-122"/>
                <a:cs typeface="Calibri" pitchFamily="34" charset="-120"/>
              </a:rPr>
              <a:t>SECTION 1 OF 6</a:t>
            </a:r>
            <a:endParaRPr lang="en-US" sz="1200" dirty="0"/>
          </a:p>
        </p:txBody>
      </p:sp>
      <p:sp>
        <p:nvSpPr>
          <p:cNvPr id="3" name="Text 1"/>
          <p:cNvSpPr/>
          <p:nvPr/>
        </p:nvSpPr>
        <p:spPr>
          <a:xfrm>
            <a:off x="502920" y="3200400"/>
            <a:ext cx="8686800" cy="100584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First run</a:t>
            </a:r>
            <a:endParaRPr lang="en-US" sz="4800" dirty="0"/>
          </a:p>
        </p:txBody>
      </p:sp>
      <p:sp>
        <p:nvSpPr>
          <p:cNvPr id="4" name="Text 2"/>
          <p:cNvSpPr/>
          <p:nvPr/>
        </p:nvSpPr>
        <p:spPr>
          <a:xfrm>
            <a:off x="502920" y="4297680"/>
            <a:ext cx="8686800" cy="365760"/>
          </a:xfrm>
          <a:prstGeom prst="rect">
            <a:avLst/>
          </a:prstGeom>
          <a:noFill/>
          <a:ln/>
        </p:spPr>
        <p:txBody>
          <a:bodyPr wrap="square" lIns="0" tIns="0" rIns="0" bIns="0" rtlCol="0" anchor="ctr"/>
          <a:lstStyle/>
          <a:p>
            <a:pPr indent="0" marL="0">
              <a:buNone/>
            </a:pPr>
            <a:r>
              <a:rPr lang="en-US" sz="1100" dirty="0">
                <a:solidFill>
                  <a:srgbClr val="A9C6B6"/>
                </a:solidFill>
                <a:latin typeface="Calibri" pitchFamily="34" charset="0"/>
                <a:ea typeface="Calibri" pitchFamily="34" charset="-122"/>
                <a:cs typeface="Calibri" pitchFamily="34" charset="-120"/>
              </a:rPr>
              <a:t>18 screens  ·  A1 · A2 · A3 · A4 · A5 · A6 · A7 · A8 · A9 · A10 · A22 · A11 · A12 · A13 · A16 · A17 · A18 · A19</a:t>
            </a:r>
            <a:endParaRPr lang="en-US" sz="1100" dirty="0"/>
          </a:p>
        </p:txBody>
      </p:sp>
      <p:sp>
        <p:nvSpPr>
          <p:cNvPr id="5" name="Text 3"/>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A9C6B6"/>
                </a:solidFill>
                <a:latin typeface="Calibri" pitchFamily="34" charset="0"/>
                <a:ea typeface="Calibri" pitchFamily="34" charset="-122"/>
                <a:cs typeface="Calibri" pitchFamily="34" charset="-120"/>
              </a:rPr>
              <a:t>Wafra Farm App · UI mockup v1.7.4</a:t>
            </a:r>
            <a:endParaRPr lang="en-US" sz="900" dirty="0"/>
          </a:p>
        </p:txBody>
      </p:sp>
      <p:sp>
        <p:nvSpPr>
          <p:cNvPr id="6" name="Text 4"/>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A9C6B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A1</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Welcome</a:t>
            </a:r>
            <a:endParaRPr lang="en-US" sz="2600" dirty="0"/>
          </a:p>
        </p:txBody>
      </p:sp>
      <p:pic>
        <p:nvPicPr>
          <p:cNvPr id="4" name="Image 0" descr="/home/user/white-label-mockup/.screendeck/A1.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2" name="Text 7"/>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3-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4" name="Text 8"/>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5" name="Text 9"/>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6" name="Text 10"/>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8-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8" name="Text 11"/>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19" name="Text 12"/>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0" name="Text 13"/>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9-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2" name="Text 14"/>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3" name="Text 15"/>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4" name="Text 16"/>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10-thumb.png">    </p:cNvPr>
          <p:cNvPicPr>
            <a:picLocks noChangeAspect="1"/>
          </p:cNvPicPr>
          <p:nvPr/>
        </p:nvPicPr>
        <p:blipFill>
          <a:blip r:embed="rId7">
            <a:alphaModFix amt="38000"/>
          </a:blip>
          <a:stretch>
            <a:fillRect/>
          </a:stretch>
        </p:blipFill>
        <p:spPr>
          <a:xfrm>
            <a:off x="6297930" y="1417320"/>
            <a:ext cx="445770" cy="929932"/>
          </a:xfrm>
          <a:prstGeom prst="rect">
            <a:avLst/>
          </a:prstGeom>
        </p:spPr>
      </p:pic>
      <p:sp>
        <p:nvSpPr>
          <p:cNvPr id="26" name="Text 17"/>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7" name="Text 18"/>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8" name="Text 19"/>
          <p:cNvSpPr/>
          <p:nvPr/>
        </p:nvSpPr>
        <p:spPr>
          <a:xfrm>
            <a:off x="674370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11-thumb.png">    </p:cNvPr>
          <p:cNvPicPr>
            <a:picLocks noChangeAspect="1"/>
          </p:cNvPicPr>
          <p:nvPr/>
        </p:nvPicPr>
        <p:blipFill>
          <a:blip r:embed="rId8">
            <a:alphaModFix amt="38000"/>
          </a:blip>
          <a:stretch>
            <a:fillRect/>
          </a:stretch>
        </p:blipFill>
        <p:spPr>
          <a:xfrm>
            <a:off x="6871716" y="1417320"/>
            <a:ext cx="445770" cy="929932"/>
          </a:xfrm>
          <a:prstGeom prst="rect">
            <a:avLst/>
          </a:prstGeom>
        </p:spPr>
      </p:pic>
      <p:sp>
        <p:nvSpPr>
          <p:cNvPr id="30" name="Text 20"/>
          <p:cNvSpPr/>
          <p:nvPr/>
        </p:nvSpPr>
        <p:spPr>
          <a:xfrm>
            <a:off x="687171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1" name="Text 21"/>
          <p:cNvSpPr/>
          <p:nvPr/>
        </p:nvSpPr>
        <p:spPr>
          <a:xfrm>
            <a:off x="681685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2" name="Text 22"/>
          <p:cNvSpPr/>
          <p:nvPr/>
        </p:nvSpPr>
        <p:spPr>
          <a:xfrm>
            <a:off x="731748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3" name="Image 8" descr="/home/user/white-label-mockup/.screendeck/A13-thumb.png">    </p:cNvPr>
          <p:cNvPicPr>
            <a:picLocks noChangeAspect="1"/>
          </p:cNvPicPr>
          <p:nvPr/>
        </p:nvPicPr>
        <p:blipFill>
          <a:blip r:embed="rId9">
            <a:alphaModFix amt="38000"/>
          </a:blip>
          <a:stretch>
            <a:fillRect/>
          </a:stretch>
        </p:blipFill>
        <p:spPr>
          <a:xfrm>
            <a:off x="7445502" y="1417320"/>
            <a:ext cx="445770" cy="929932"/>
          </a:xfrm>
          <a:prstGeom prst="rect">
            <a:avLst/>
          </a:prstGeom>
        </p:spPr>
      </p:pic>
      <p:sp>
        <p:nvSpPr>
          <p:cNvPr id="34" name="Text 23"/>
          <p:cNvSpPr/>
          <p:nvPr/>
        </p:nvSpPr>
        <p:spPr>
          <a:xfrm>
            <a:off x="744550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5" name="Text 24"/>
          <p:cNvSpPr/>
          <p:nvPr/>
        </p:nvSpPr>
        <p:spPr>
          <a:xfrm>
            <a:off x="739063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fields</a:t>
            </a:r>
            <a:endParaRPr lang="en-US" sz="600" dirty="0"/>
          </a:p>
        </p:txBody>
      </p:sp>
      <p:sp>
        <p:nvSpPr>
          <p:cNvPr id="36" name="Text 25"/>
          <p:cNvSpPr/>
          <p:nvPr/>
        </p:nvSpPr>
        <p:spPr>
          <a:xfrm>
            <a:off x="789127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7" name="Image 9" descr="/home/user/white-label-mockup/.screendeck/A16-thumb.png">    </p:cNvPr>
          <p:cNvPicPr>
            <a:picLocks noChangeAspect="1"/>
          </p:cNvPicPr>
          <p:nvPr/>
        </p:nvPicPr>
        <p:blipFill>
          <a:blip r:embed="rId10">
            <a:alphaModFix amt="38000"/>
          </a:blip>
          <a:stretch>
            <a:fillRect/>
          </a:stretch>
        </p:blipFill>
        <p:spPr>
          <a:xfrm>
            <a:off x="8019288" y="1417320"/>
            <a:ext cx="445770" cy="929932"/>
          </a:xfrm>
          <a:prstGeom prst="rect">
            <a:avLst/>
          </a:prstGeom>
        </p:spPr>
      </p:pic>
      <p:sp>
        <p:nvSpPr>
          <p:cNvPr id="38" name="Text 26"/>
          <p:cNvSpPr/>
          <p:nvPr/>
        </p:nvSpPr>
        <p:spPr>
          <a:xfrm>
            <a:off x="801928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39" name="Text 27"/>
          <p:cNvSpPr/>
          <p:nvPr/>
        </p:nvSpPr>
        <p:spPr>
          <a:xfrm>
            <a:off x="796442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 fields</a:t>
            </a:r>
            <a:endParaRPr lang="en-US" sz="600" dirty="0"/>
          </a:p>
        </p:txBody>
      </p:sp>
      <p:sp>
        <p:nvSpPr>
          <p:cNvPr id="40" name="Text 28"/>
          <p:cNvSpPr/>
          <p:nvPr/>
        </p:nvSpPr>
        <p:spPr>
          <a:xfrm>
            <a:off x="846505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1" name="Image 10" descr="/home/user/white-label-mockup/.screendeck/A17-thumb.png">    </p:cNvPr>
          <p:cNvPicPr>
            <a:picLocks noChangeAspect="1"/>
          </p:cNvPicPr>
          <p:nvPr/>
        </p:nvPicPr>
        <p:blipFill>
          <a:blip r:embed="rId11">
            <a:alphaModFix amt="38000"/>
          </a:blip>
          <a:stretch>
            <a:fillRect/>
          </a:stretch>
        </p:blipFill>
        <p:spPr>
          <a:xfrm>
            <a:off x="8593074" y="1417320"/>
            <a:ext cx="445770" cy="929932"/>
          </a:xfrm>
          <a:prstGeom prst="rect">
            <a:avLst/>
          </a:prstGeom>
        </p:spPr>
      </p:pic>
      <p:sp>
        <p:nvSpPr>
          <p:cNvPr id="42" name="Text 29"/>
          <p:cNvSpPr/>
          <p:nvPr/>
        </p:nvSpPr>
        <p:spPr>
          <a:xfrm>
            <a:off x="859307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43" name="Text 30"/>
          <p:cNvSpPr/>
          <p:nvPr/>
        </p:nvSpPr>
        <p:spPr>
          <a:xfrm>
            <a:off x="853821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44" name="Text 31"/>
          <p:cNvSpPr/>
          <p:nvPr/>
        </p:nvSpPr>
        <p:spPr>
          <a:xfrm>
            <a:off x="903884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5" name="Image 11" descr="/home/user/white-label-mockup/.screendeck/A18-thumb.png">    </p:cNvPr>
          <p:cNvPicPr>
            <a:picLocks noChangeAspect="1"/>
          </p:cNvPicPr>
          <p:nvPr/>
        </p:nvPicPr>
        <p:blipFill>
          <a:blip r:embed="rId12">
            <a:alphaModFix amt="38000"/>
          </a:blip>
          <a:stretch>
            <a:fillRect/>
          </a:stretch>
        </p:blipFill>
        <p:spPr>
          <a:xfrm>
            <a:off x="9166860" y="1417320"/>
            <a:ext cx="445770" cy="929932"/>
          </a:xfrm>
          <a:prstGeom prst="rect">
            <a:avLst/>
          </a:prstGeom>
        </p:spPr>
      </p:pic>
      <p:sp>
        <p:nvSpPr>
          <p:cNvPr id="46" name="Text 32"/>
          <p:cNvSpPr/>
          <p:nvPr/>
        </p:nvSpPr>
        <p:spPr>
          <a:xfrm>
            <a:off x="916686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47" name="Text 33"/>
          <p:cNvSpPr/>
          <p:nvPr/>
        </p:nvSpPr>
        <p:spPr>
          <a:xfrm>
            <a:off x="911199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48" name="Text 34"/>
          <p:cNvSpPr/>
          <p:nvPr/>
        </p:nvSpPr>
        <p:spPr>
          <a:xfrm>
            <a:off x="961263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9" name="Image 12" descr="/home/user/white-label-mockup/.screendeck/A19-thumb.png">    </p:cNvPr>
          <p:cNvPicPr>
            <a:picLocks noChangeAspect="1"/>
          </p:cNvPicPr>
          <p:nvPr/>
        </p:nvPicPr>
        <p:blipFill>
          <a:blip r:embed="rId13">
            <a:alphaModFix amt="38000"/>
          </a:blip>
          <a:stretch>
            <a:fillRect/>
          </a:stretch>
        </p:blipFill>
        <p:spPr>
          <a:xfrm>
            <a:off x="9740646" y="1417320"/>
            <a:ext cx="445770" cy="929932"/>
          </a:xfrm>
          <a:prstGeom prst="rect">
            <a:avLst/>
          </a:prstGeom>
        </p:spPr>
      </p:pic>
      <p:sp>
        <p:nvSpPr>
          <p:cNvPr id="50" name="Text 35"/>
          <p:cNvSpPr/>
          <p:nvPr/>
        </p:nvSpPr>
        <p:spPr>
          <a:xfrm>
            <a:off x="974064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A19</a:t>
            </a:r>
            <a:endParaRPr lang="en-US" sz="750" dirty="0"/>
          </a:p>
        </p:txBody>
      </p:sp>
      <p:sp>
        <p:nvSpPr>
          <p:cNvPr id="51" name="Text 36"/>
          <p:cNvSpPr/>
          <p:nvPr/>
        </p:nvSpPr>
        <p:spPr>
          <a:xfrm>
            <a:off x="968578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You’re ready</a:t>
            </a:r>
            <a:endParaRPr lang="en-US" sz="600" dirty="0"/>
          </a:p>
        </p:txBody>
      </p:sp>
      <p:sp>
        <p:nvSpPr>
          <p:cNvPr id="52" name="Text 37"/>
          <p:cNvSpPr/>
          <p:nvPr/>
        </p:nvSpPr>
        <p:spPr>
          <a:xfrm>
            <a:off x="3078969" y="5977366"/>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53" name="Text 38"/>
          <p:cNvSpPr/>
          <p:nvPr/>
        </p:nvSpPr>
        <p:spPr>
          <a:xfrm>
            <a:off x="3429000" y="2932468"/>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54" name="Text 39"/>
          <p:cNvSpPr/>
          <p:nvPr/>
        </p:nvSpPr>
        <p:spPr>
          <a:xfrm>
            <a:off x="3429000" y="320221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55" name="Text 40"/>
          <p:cNvSpPr/>
          <p:nvPr/>
        </p:nvSpPr>
        <p:spPr>
          <a:xfrm>
            <a:off x="3703320" y="318850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Next</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A3 Guided tour — 1 of 5</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6)</a:t>
            </a:r>
            <a:endParaRPr lang="en-US" sz="800" dirty="0"/>
          </a:p>
        </p:txBody>
      </p:sp>
      <p:sp>
        <p:nvSpPr>
          <p:cNvPr id="56" name="Text 41"/>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57" name="Text 42"/>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A2</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Choose your language</a:t>
            </a:r>
            <a:endParaRPr lang="en-US" sz="2600" dirty="0"/>
          </a:p>
        </p:txBody>
      </p:sp>
      <p:pic>
        <p:nvPicPr>
          <p:cNvPr id="4" name="Image 0" descr="/home/user/white-label-mockup/.screendeck/A2.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thumb.png">    </p:cNvPr>
          <p:cNvPicPr>
            <a:picLocks noChangeAspect="1"/>
          </p:cNvPicPr>
          <p:nvPr/>
        </p:nvPicPr>
        <p:blipFill>
          <a:blip r:embed="rId3"/>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A2</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Choose your language</a:t>
            </a:r>
            <a:endParaRPr lang="en-US" sz="600" dirty="0"/>
          </a:p>
        </p:txBody>
      </p:sp>
      <p:sp>
        <p:nvSpPr>
          <p:cNvPr id="12" name="Text 7"/>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3-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4" name="Text 8"/>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5" name="Text 9"/>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6" name="Text 10"/>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8-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8" name="Text 11"/>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19" name="Text 12"/>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0" name="Text 13"/>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9-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2" name="Text 14"/>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3" name="Text 15"/>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4" name="Text 16"/>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10-thumb.png">    </p:cNvPr>
          <p:cNvPicPr>
            <a:picLocks noChangeAspect="1"/>
          </p:cNvPicPr>
          <p:nvPr/>
        </p:nvPicPr>
        <p:blipFill>
          <a:blip r:embed="rId7">
            <a:alphaModFix amt="38000"/>
          </a:blip>
          <a:stretch>
            <a:fillRect/>
          </a:stretch>
        </p:blipFill>
        <p:spPr>
          <a:xfrm>
            <a:off x="6297930" y="1417320"/>
            <a:ext cx="445770" cy="929932"/>
          </a:xfrm>
          <a:prstGeom prst="rect">
            <a:avLst/>
          </a:prstGeom>
        </p:spPr>
      </p:pic>
      <p:sp>
        <p:nvSpPr>
          <p:cNvPr id="26" name="Text 17"/>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7" name="Text 18"/>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8" name="Text 19"/>
          <p:cNvSpPr/>
          <p:nvPr/>
        </p:nvSpPr>
        <p:spPr>
          <a:xfrm>
            <a:off x="674370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11-thumb.png">    </p:cNvPr>
          <p:cNvPicPr>
            <a:picLocks noChangeAspect="1"/>
          </p:cNvPicPr>
          <p:nvPr/>
        </p:nvPicPr>
        <p:blipFill>
          <a:blip r:embed="rId8">
            <a:alphaModFix amt="38000"/>
          </a:blip>
          <a:stretch>
            <a:fillRect/>
          </a:stretch>
        </p:blipFill>
        <p:spPr>
          <a:xfrm>
            <a:off x="6871716" y="1417320"/>
            <a:ext cx="445770" cy="929932"/>
          </a:xfrm>
          <a:prstGeom prst="rect">
            <a:avLst/>
          </a:prstGeom>
        </p:spPr>
      </p:pic>
      <p:sp>
        <p:nvSpPr>
          <p:cNvPr id="30" name="Text 20"/>
          <p:cNvSpPr/>
          <p:nvPr/>
        </p:nvSpPr>
        <p:spPr>
          <a:xfrm>
            <a:off x="687171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1" name="Text 21"/>
          <p:cNvSpPr/>
          <p:nvPr/>
        </p:nvSpPr>
        <p:spPr>
          <a:xfrm>
            <a:off x="681685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2" name="Text 22"/>
          <p:cNvSpPr/>
          <p:nvPr/>
        </p:nvSpPr>
        <p:spPr>
          <a:xfrm>
            <a:off x="731748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3" name="Image 8" descr="/home/user/white-label-mockup/.screendeck/A13-thumb.png">    </p:cNvPr>
          <p:cNvPicPr>
            <a:picLocks noChangeAspect="1"/>
          </p:cNvPicPr>
          <p:nvPr/>
        </p:nvPicPr>
        <p:blipFill>
          <a:blip r:embed="rId9">
            <a:alphaModFix amt="38000"/>
          </a:blip>
          <a:stretch>
            <a:fillRect/>
          </a:stretch>
        </p:blipFill>
        <p:spPr>
          <a:xfrm>
            <a:off x="7445502" y="1417320"/>
            <a:ext cx="445770" cy="929932"/>
          </a:xfrm>
          <a:prstGeom prst="rect">
            <a:avLst/>
          </a:prstGeom>
        </p:spPr>
      </p:pic>
      <p:sp>
        <p:nvSpPr>
          <p:cNvPr id="34" name="Text 23"/>
          <p:cNvSpPr/>
          <p:nvPr/>
        </p:nvSpPr>
        <p:spPr>
          <a:xfrm>
            <a:off x="744550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5" name="Text 24"/>
          <p:cNvSpPr/>
          <p:nvPr/>
        </p:nvSpPr>
        <p:spPr>
          <a:xfrm>
            <a:off x="739063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fields</a:t>
            </a:r>
            <a:endParaRPr lang="en-US" sz="600" dirty="0"/>
          </a:p>
        </p:txBody>
      </p:sp>
      <p:sp>
        <p:nvSpPr>
          <p:cNvPr id="36" name="Text 25"/>
          <p:cNvSpPr/>
          <p:nvPr/>
        </p:nvSpPr>
        <p:spPr>
          <a:xfrm>
            <a:off x="789127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7" name="Image 9" descr="/home/user/white-label-mockup/.screendeck/A16-thumb.png">    </p:cNvPr>
          <p:cNvPicPr>
            <a:picLocks noChangeAspect="1"/>
          </p:cNvPicPr>
          <p:nvPr/>
        </p:nvPicPr>
        <p:blipFill>
          <a:blip r:embed="rId10">
            <a:alphaModFix amt="38000"/>
          </a:blip>
          <a:stretch>
            <a:fillRect/>
          </a:stretch>
        </p:blipFill>
        <p:spPr>
          <a:xfrm>
            <a:off x="8019288" y="1417320"/>
            <a:ext cx="445770" cy="929932"/>
          </a:xfrm>
          <a:prstGeom prst="rect">
            <a:avLst/>
          </a:prstGeom>
        </p:spPr>
      </p:pic>
      <p:sp>
        <p:nvSpPr>
          <p:cNvPr id="38" name="Text 26"/>
          <p:cNvSpPr/>
          <p:nvPr/>
        </p:nvSpPr>
        <p:spPr>
          <a:xfrm>
            <a:off x="801928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39" name="Text 27"/>
          <p:cNvSpPr/>
          <p:nvPr/>
        </p:nvSpPr>
        <p:spPr>
          <a:xfrm>
            <a:off x="796442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 fields</a:t>
            </a:r>
            <a:endParaRPr lang="en-US" sz="600" dirty="0"/>
          </a:p>
        </p:txBody>
      </p:sp>
      <p:sp>
        <p:nvSpPr>
          <p:cNvPr id="40" name="Text 28"/>
          <p:cNvSpPr/>
          <p:nvPr/>
        </p:nvSpPr>
        <p:spPr>
          <a:xfrm>
            <a:off x="846505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1" name="Image 10" descr="/home/user/white-label-mockup/.screendeck/A17-thumb.png">    </p:cNvPr>
          <p:cNvPicPr>
            <a:picLocks noChangeAspect="1"/>
          </p:cNvPicPr>
          <p:nvPr/>
        </p:nvPicPr>
        <p:blipFill>
          <a:blip r:embed="rId11">
            <a:alphaModFix amt="38000"/>
          </a:blip>
          <a:stretch>
            <a:fillRect/>
          </a:stretch>
        </p:blipFill>
        <p:spPr>
          <a:xfrm>
            <a:off x="8593074" y="1417320"/>
            <a:ext cx="445770" cy="929932"/>
          </a:xfrm>
          <a:prstGeom prst="rect">
            <a:avLst/>
          </a:prstGeom>
        </p:spPr>
      </p:pic>
      <p:sp>
        <p:nvSpPr>
          <p:cNvPr id="42" name="Text 29"/>
          <p:cNvSpPr/>
          <p:nvPr/>
        </p:nvSpPr>
        <p:spPr>
          <a:xfrm>
            <a:off x="859307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43" name="Text 30"/>
          <p:cNvSpPr/>
          <p:nvPr/>
        </p:nvSpPr>
        <p:spPr>
          <a:xfrm>
            <a:off x="853821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44" name="Text 31"/>
          <p:cNvSpPr/>
          <p:nvPr/>
        </p:nvSpPr>
        <p:spPr>
          <a:xfrm>
            <a:off x="903884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5" name="Image 11" descr="/home/user/white-label-mockup/.screendeck/A18-thumb.png">    </p:cNvPr>
          <p:cNvPicPr>
            <a:picLocks noChangeAspect="1"/>
          </p:cNvPicPr>
          <p:nvPr/>
        </p:nvPicPr>
        <p:blipFill>
          <a:blip r:embed="rId12">
            <a:alphaModFix amt="38000"/>
          </a:blip>
          <a:stretch>
            <a:fillRect/>
          </a:stretch>
        </p:blipFill>
        <p:spPr>
          <a:xfrm>
            <a:off x="9166860" y="1417320"/>
            <a:ext cx="445770" cy="929932"/>
          </a:xfrm>
          <a:prstGeom prst="rect">
            <a:avLst/>
          </a:prstGeom>
        </p:spPr>
      </p:pic>
      <p:sp>
        <p:nvSpPr>
          <p:cNvPr id="46" name="Text 32"/>
          <p:cNvSpPr/>
          <p:nvPr/>
        </p:nvSpPr>
        <p:spPr>
          <a:xfrm>
            <a:off x="916686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47" name="Text 33"/>
          <p:cNvSpPr/>
          <p:nvPr/>
        </p:nvSpPr>
        <p:spPr>
          <a:xfrm>
            <a:off x="911199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48" name="Text 34"/>
          <p:cNvSpPr/>
          <p:nvPr/>
        </p:nvSpPr>
        <p:spPr>
          <a:xfrm>
            <a:off x="961263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9" name="Image 12" descr="/home/user/white-label-mockup/.screendeck/A19-thumb.png">    </p:cNvPr>
          <p:cNvPicPr>
            <a:picLocks noChangeAspect="1"/>
          </p:cNvPicPr>
          <p:nvPr/>
        </p:nvPicPr>
        <p:blipFill>
          <a:blip r:embed="rId13">
            <a:alphaModFix amt="38000"/>
          </a:blip>
          <a:stretch>
            <a:fillRect/>
          </a:stretch>
        </p:blipFill>
        <p:spPr>
          <a:xfrm>
            <a:off x="9740646" y="1417320"/>
            <a:ext cx="445770" cy="929932"/>
          </a:xfrm>
          <a:prstGeom prst="rect">
            <a:avLst/>
          </a:prstGeom>
        </p:spPr>
      </p:pic>
      <p:sp>
        <p:nvSpPr>
          <p:cNvPr id="50" name="Text 35"/>
          <p:cNvSpPr/>
          <p:nvPr/>
        </p:nvSpPr>
        <p:spPr>
          <a:xfrm>
            <a:off x="974064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A19</a:t>
            </a:r>
            <a:endParaRPr lang="en-US" sz="750" dirty="0"/>
          </a:p>
        </p:txBody>
      </p:sp>
      <p:sp>
        <p:nvSpPr>
          <p:cNvPr id="51" name="Text 36"/>
          <p:cNvSpPr/>
          <p:nvPr/>
        </p:nvSpPr>
        <p:spPr>
          <a:xfrm>
            <a:off x="968578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You’re ready</a:t>
            </a:r>
            <a:endParaRPr lang="en-US" sz="600" dirty="0"/>
          </a:p>
        </p:txBody>
      </p:sp>
      <p:sp>
        <p:nvSpPr>
          <p:cNvPr id="52" name="Text 37"/>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53" name="Text 38"/>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A3</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Guided tour — 1 of 5</a:t>
            </a:r>
            <a:endParaRPr lang="en-US" sz="2600" dirty="0"/>
          </a:p>
        </p:txBody>
      </p:sp>
      <p:pic>
        <p:nvPicPr>
          <p:cNvPr id="4" name="Image 0" descr="/home/user/white-label-mockup/.screendeck/A3.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2" name="Text 7"/>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3-thumb.png">    </p:cNvPr>
          <p:cNvPicPr>
            <a:picLocks noChangeAspect="1"/>
          </p:cNvPicPr>
          <p:nvPr/>
        </p:nvPicPr>
        <p:blipFill>
          <a:blip r:embed="rId4"/>
          <a:stretch>
            <a:fillRect/>
          </a:stretch>
        </p:blipFill>
        <p:spPr>
          <a:xfrm>
            <a:off x="4576572" y="1417320"/>
            <a:ext cx="445770" cy="929932"/>
          </a:xfrm>
          <a:prstGeom prst="rect">
            <a:avLst/>
          </a:prstGeom>
        </p:spPr>
      </p:pic>
      <p:sp>
        <p:nvSpPr>
          <p:cNvPr id="14" name="Text 8"/>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A3</a:t>
            </a:r>
            <a:endParaRPr lang="en-US" sz="750" dirty="0"/>
          </a:p>
        </p:txBody>
      </p:sp>
      <p:sp>
        <p:nvSpPr>
          <p:cNvPr id="15" name="Text 9"/>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Guided tour — 1 of 5</a:t>
            </a:r>
            <a:endParaRPr lang="en-US" sz="600" dirty="0"/>
          </a:p>
        </p:txBody>
      </p:sp>
      <p:sp>
        <p:nvSpPr>
          <p:cNvPr id="16" name="Text 10"/>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8-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8" name="Text 11"/>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19" name="Text 12"/>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0" name="Text 13"/>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9-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2" name="Text 14"/>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3" name="Text 15"/>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4" name="Text 16"/>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10-thumb.png">    </p:cNvPr>
          <p:cNvPicPr>
            <a:picLocks noChangeAspect="1"/>
          </p:cNvPicPr>
          <p:nvPr/>
        </p:nvPicPr>
        <p:blipFill>
          <a:blip r:embed="rId7">
            <a:alphaModFix amt="38000"/>
          </a:blip>
          <a:stretch>
            <a:fillRect/>
          </a:stretch>
        </p:blipFill>
        <p:spPr>
          <a:xfrm>
            <a:off x="6297930" y="1417320"/>
            <a:ext cx="445770" cy="929932"/>
          </a:xfrm>
          <a:prstGeom prst="rect">
            <a:avLst/>
          </a:prstGeom>
        </p:spPr>
      </p:pic>
      <p:sp>
        <p:nvSpPr>
          <p:cNvPr id="26" name="Text 17"/>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7" name="Text 18"/>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8" name="Text 19"/>
          <p:cNvSpPr/>
          <p:nvPr/>
        </p:nvSpPr>
        <p:spPr>
          <a:xfrm>
            <a:off x="674370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11-thumb.png">    </p:cNvPr>
          <p:cNvPicPr>
            <a:picLocks noChangeAspect="1"/>
          </p:cNvPicPr>
          <p:nvPr/>
        </p:nvPicPr>
        <p:blipFill>
          <a:blip r:embed="rId8">
            <a:alphaModFix amt="38000"/>
          </a:blip>
          <a:stretch>
            <a:fillRect/>
          </a:stretch>
        </p:blipFill>
        <p:spPr>
          <a:xfrm>
            <a:off x="6871716" y="1417320"/>
            <a:ext cx="445770" cy="929932"/>
          </a:xfrm>
          <a:prstGeom prst="rect">
            <a:avLst/>
          </a:prstGeom>
        </p:spPr>
      </p:pic>
      <p:sp>
        <p:nvSpPr>
          <p:cNvPr id="30" name="Text 20"/>
          <p:cNvSpPr/>
          <p:nvPr/>
        </p:nvSpPr>
        <p:spPr>
          <a:xfrm>
            <a:off x="687171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1" name="Text 21"/>
          <p:cNvSpPr/>
          <p:nvPr/>
        </p:nvSpPr>
        <p:spPr>
          <a:xfrm>
            <a:off x="681685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2" name="Text 22"/>
          <p:cNvSpPr/>
          <p:nvPr/>
        </p:nvSpPr>
        <p:spPr>
          <a:xfrm>
            <a:off x="731748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3" name="Image 8" descr="/home/user/white-label-mockup/.screendeck/A13-thumb.png">    </p:cNvPr>
          <p:cNvPicPr>
            <a:picLocks noChangeAspect="1"/>
          </p:cNvPicPr>
          <p:nvPr/>
        </p:nvPicPr>
        <p:blipFill>
          <a:blip r:embed="rId9">
            <a:alphaModFix amt="38000"/>
          </a:blip>
          <a:stretch>
            <a:fillRect/>
          </a:stretch>
        </p:blipFill>
        <p:spPr>
          <a:xfrm>
            <a:off x="7445502" y="1417320"/>
            <a:ext cx="445770" cy="929932"/>
          </a:xfrm>
          <a:prstGeom prst="rect">
            <a:avLst/>
          </a:prstGeom>
        </p:spPr>
      </p:pic>
      <p:sp>
        <p:nvSpPr>
          <p:cNvPr id="34" name="Text 23"/>
          <p:cNvSpPr/>
          <p:nvPr/>
        </p:nvSpPr>
        <p:spPr>
          <a:xfrm>
            <a:off x="744550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5" name="Text 24"/>
          <p:cNvSpPr/>
          <p:nvPr/>
        </p:nvSpPr>
        <p:spPr>
          <a:xfrm>
            <a:off x="739063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fields</a:t>
            </a:r>
            <a:endParaRPr lang="en-US" sz="600" dirty="0"/>
          </a:p>
        </p:txBody>
      </p:sp>
      <p:sp>
        <p:nvSpPr>
          <p:cNvPr id="36" name="Text 25"/>
          <p:cNvSpPr/>
          <p:nvPr/>
        </p:nvSpPr>
        <p:spPr>
          <a:xfrm>
            <a:off x="789127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7" name="Image 9" descr="/home/user/white-label-mockup/.screendeck/A16-thumb.png">    </p:cNvPr>
          <p:cNvPicPr>
            <a:picLocks noChangeAspect="1"/>
          </p:cNvPicPr>
          <p:nvPr/>
        </p:nvPicPr>
        <p:blipFill>
          <a:blip r:embed="rId10">
            <a:alphaModFix amt="38000"/>
          </a:blip>
          <a:stretch>
            <a:fillRect/>
          </a:stretch>
        </p:blipFill>
        <p:spPr>
          <a:xfrm>
            <a:off x="8019288" y="1417320"/>
            <a:ext cx="445770" cy="929932"/>
          </a:xfrm>
          <a:prstGeom prst="rect">
            <a:avLst/>
          </a:prstGeom>
        </p:spPr>
      </p:pic>
      <p:sp>
        <p:nvSpPr>
          <p:cNvPr id="38" name="Text 26"/>
          <p:cNvSpPr/>
          <p:nvPr/>
        </p:nvSpPr>
        <p:spPr>
          <a:xfrm>
            <a:off x="801928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39" name="Text 27"/>
          <p:cNvSpPr/>
          <p:nvPr/>
        </p:nvSpPr>
        <p:spPr>
          <a:xfrm>
            <a:off x="796442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 fields</a:t>
            </a:r>
            <a:endParaRPr lang="en-US" sz="600" dirty="0"/>
          </a:p>
        </p:txBody>
      </p:sp>
      <p:sp>
        <p:nvSpPr>
          <p:cNvPr id="40" name="Text 28"/>
          <p:cNvSpPr/>
          <p:nvPr/>
        </p:nvSpPr>
        <p:spPr>
          <a:xfrm>
            <a:off x="846505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1" name="Image 10" descr="/home/user/white-label-mockup/.screendeck/A17-thumb.png">    </p:cNvPr>
          <p:cNvPicPr>
            <a:picLocks noChangeAspect="1"/>
          </p:cNvPicPr>
          <p:nvPr/>
        </p:nvPicPr>
        <p:blipFill>
          <a:blip r:embed="rId11">
            <a:alphaModFix amt="38000"/>
          </a:blip>
          <a:stretch>
            <a:fillRect/>
          </a:stretch>
        </p:blipFill>
        <p:spPr>
          <a:xfrm>
            <a:off x="8593074" y="1417320"/>
            <a:ext cx="445770" cy="929932"/>
          </a:xfrm>
          <a:prstGeom prst="rect">
            <a:avLst/>
          </a:prstGeom>
        </p:spPr>
      </p:pic>
      <p:sp>
        <p:nvSpPr>
          <p:cNvPr id="42" name="Text 29"/>
          <p:cNvSpPr/>
          <p:nvPr/>
        </p:nvSpPr>
        <p:spPr>
          <a:xfrm>
            <a:off x="859307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43" name="Text 30"/>
          <p:cNvSpPr/>
          <p:nvPr/>
        </p:nvSpPr>
        <p:spPr>
          <a:xfrm>
            <a:off x="853821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44" name="Text 31"/>
          <p:cNvSpPr/>
          <p:nvPr/>
        </p:nvSpPr>
        <p:spPr>
          <a:xfrm>
            <a:off x="903884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5" name="Image 11" descr="/home/user/white-label-mockup/.screendeck/A18-thumb.png">    </p:cNvPr>
          <p:cNvPicPr>
            <a:picLocks noChangeAspect="1"/>
          </p:cNvPicPr>
          <p:nvPr/>
        </p:nvPicPr>
        <p:blipFill>
          <a:blip r:embed="rId12">
            <a:alphaModFix amt="38000"/>
          </a:blip>
          <a:stretch>
            <a:fillRect/>
          </a:stretch>
        </p:blipFill>
        <p:spPr>
          <a:xfrm>
            <a:off x="9166860" y="1417320"/>
            <a:ext cx="445770" cy="929932"/>
          </a:xfrm>
          <a:prstGeom prst="rect">
            <a:avLst/>
          </a:prstGeom>
        </p:spPr>
      </p:pic>
      <p:sp>
        <p:nvSpPr>
          <p:cNvPr id="46" name="Text 32"/>
          <p:cNvSpPr/>
          <p:nvPr/>
        </p:nvSpPr>
        <p:spPr>
          <a:xfrm>
            <a:off x="916686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47" name="Text 33"/>
          <p:cNvSpPr/>
          <p:nvPr/>
        </p:nvSpPr>
        <p:spPr>
          <a:xfrm>
            <a:off x="911199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48" name="Text 34"/>
          <p:cNvSpPr/>
          <p:nvPr/>
        </p:nvSpPr>
        <p:spPr>
          <a:xfrm>
            <a:off x="961263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9" name="Image 12" descr="/home/user/white-label-mockup/.screendeck/A19-thumb.png">    </p:cNvPr>
          <p:cNvPicPr>
            <a:picLocks noChangeAspect="1"/>
          </p:cNvPicPr>
          <p:nvPr/>
        </p:nvPicPr>
        <p:blipFill>
          <a:blip r:embed="rId13">
            <a:alphaModFix amt="38000"/>
          </a:blip>
          <a:stretch>
            <a:fillRect/>
          </a:stretch>
        </p:blipFill>
        <p:spPr>
          <a:xfrm>
            <a:off x="9740646" y="1417320"/>
            <a:ext cx="445770" cy="929932"/>
          </a:xfrm>
          <a:prstGeom prst="rect">
            <a:avLst/>
          </a:prstGeom>
        </p:spPr>
      </p:pic>
      <p:sp>
        <p:nvSpPr>
          <p:cNvPr id="50" name="Text 35"/>
          <p:cNvSpPr/>
          <p:nvPr/>
        </p:nvSpPr>
        <p:spPr>
          <a:xfrm>
            <a:off x="974064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A19</a:t>
            </a:r>
            <a:endParaRPr lang="en-US" sz="750" dirty="0"/>
          </a:p>
        </p:txBody>
      </p:sp>
      <p:sp>
        <p:nvSpPr>
          <p:cNvPr id="51" name="Text 36"/>
          <p:cNvSpPr/>
          <p:nvPr/>
        </p:nvSpPr>
        <p:spPr>
          <a:xfrm>
            <a:off x="968578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You’re ready</a:t>
            </a:r>
            <a:endParaRPr lang="en-US" sz="600" dirty="0"/>
          </a:p>
        </p:txBody>
      </p:sp>
      <p:sp>
        <p:nvSpPr>
          <p:cNvPr id="52" name="Text 37"/>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53" name="Text 38"/>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A4</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Guided tour — 2 of 5</a:t>
            </a:r>
            <a:endParaRPr lang="en-US" sz="2600" dirty="0"/>
          </a:p>
        </p:txBody>
      </p:sp>
      <p:pic>
        <p:nvPicPr>
          <p:cNvPr id="4" name="Image 0" descr="/home/user/white-label-mockup/.screendeck/A4.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3-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2" name="Text 7"/>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4-thumb.png">    </p:cNvPr>
          <p:cNvPicPr>
            <a:picLocks noChangeAspect="1"/>
          </p:cNvPicPr>
          <p:nvPr/>
        </p:nvPicPr>
        <p:blipFill>
          <a:blip r:embed="rId4"/>
          <a:stretch>
            <a:fillRect/>
          </a:stretch>
        </p:blipFill>
        <p:spPr>
          <a:xfrm>
            <a:off x="4576572" y="1417320"/>
            <a:ext cx="445770" cy="929932"/>
          </a:xfrm>
          <a:prstGeom prst="rect">
            <a:avLst/>
          </a:prstGeom>
        </p:spPr>
      </p:pic>
      <p:sp>
        <p:nvSpPr>
          <p:cNvPr id="14" name="Text 8"/>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A4</a:t>
            </a:r>
            <a:endParaRPr lang="en-US" sz="750" dirty="0"/>
          </a:p>
        </p:txBody>
      </p:sp>
      <p:sp>
        <p:nvSpPr>
          <p:cNvPr id="15" name="Text 9"/>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Guided tour — 2 of 5</a:t>
            </a:r>
            <a:endParaRPr lang="en-US" sz="600" dirty="0"/>
          </a:p>
        </p:txBody>
      </p:sp>
      <p:sp>
        <p:nvSpPr>
          <p:cNvPr id="16" name="Text 10"/>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5-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8" name="Text 11"/>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A5</a:t>
            </a:r>
            <a:endParaRPr lang="en-US" sz="750" dirty="0"/>
          </a:p>
        </p:txBody>
      </p:sp>
      <p:sp>
        <p:nvSpPr>
          <p:cNvPr id="19" name="Text 12"/>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3 of 5</a:t>
            </a:r>
            <a:endParaRPr lang="en-US" sz="600" dirty="0"/>
          </a:p>
        </p:txBody>
      </p:sp>
      <p:sp>
        <p:nvSpPr>
          <p:cNvPr id="20" name="Text 13"/>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6-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2" name="Text 14"/>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A6</a:t>
            </a:r>
            <a:endParaRPr lang="en-US" sz="750" dirty="0"/>
          </a:p>
        </p:txBody>
      </p:sp>
      <p:sp>
        <p:nvSpPr>
          <p:cNvPr id="23" name="Text 15"/>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4 of 5</a:t>
            </a:r>
            <a:endParaRPr lang="en-US" sz="600" dirty="0"/>
          </a:p>
        </p:txBody>
      </p:sp>
      <p:sp>
        <p:nvSpPr>
          <p:cNvPr id="24" name="Text 16"/>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7-thumb.png">    </p:cNvPr>
          <p:cNvPicPr>
            <a:picLocks noChangeAspect="1"/>
          </p:cNvPicPr>
          <p:nvPr/>
        </p:nvPicPr>
        <p:blipFill>
          <a:blip r:embed="rId7">
            <a:alphaModFix amt="38000"/>
          </a:blip>
          <a:stretch>
            <a:fillRect/>
          </a:stretch>
        </p:blipFill>
        <p:spPr>
          <a:xfrm>
            <a:off x="6297930" y="1417320"/>
            <a:ext cx="445770" cy="929932"/>
          </a:xfrm>
          <a:prstGeom prst="rect">
            <a:avLst/>
          </a:prstGeom>
        </p:spPr>
      </p:pic>
      <p:sp>
        <p:nvSpPr>
          <p:cNvPr id="26" name="Text 17"/>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A7</a:t>
            </a:r>
            <a:endParaRPr lang="en-US" sz="750" dirty="0"/>
          </a:p>
        </p:txBody>
      </p:sp>
      <p:sp>
        <p:nvSpPr>
          <p:cNvPr id="27" name="Text 18"/>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5 of 5</a:t>
            </a:r>
            <a:endParaRPr lang="en-US" sz="600" dirty="0"/>
          </a:p>
        </p:txBody>
      </p:sp>
      <p:sp>
        <p:nvSpPr>
          <p:cNvPr id="28" name="Text 19"/>
          <p:cNvSpPr/>
          <p:nvPr/>
        </p:nvSpPr>
        <p:spPr>
          <a:xfrm>
            <a:off x="674370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8-thumb.png">    </p:cNvPr>
          <p:cNvPicPr>
            <a:picLocks noChangeAspect="1"/>
          </p:cNvPicPr>
          <p:nvPr/>
        </p:nvPicPr>
        <p:blipFill>
          <a:blip r:embed="rId8">
            <a:alphaModFix amt="38000"/>
          </a:blip>
          <a:stretch>
            <a:fillRect/>
          </a:stretch>
        </p:blipFill>
        <p:spPr>
          <a:xfrm>
            <a:off x="6871716" y="1417320"/>
            <a:ext cx="445770" cy="929932"/>
          </a:xfrm>
          <a:prstGeom prst="rect">
            <a:avLst/>
          </a:prstGeom>
        </p:spPr>
      </p:pic>
      <p:sp>
        <p:nvSpPr>
          <p:cNvPr id="30" name="Text 20"/>
          <p:cNvSpPr/>
          <p:nvPr/>
        </p:nvSpPr>
        <p:spPr>
          <a:xfrm>
            <a:off x="687171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31" name="Text 21"/>
          <p:cNvSpPr/>
          <p:nvPr/>
        </p:nvSpPr>
        <p:spPr>
          <a:xfrm>
            <a:off x="681685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32" name="Text 2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33" name="Text 2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A5</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Guided tour — 3 of 5</a:t>
            </a:r>
            <a:endParaRPr lang="en-US" sz="2600" dirty="0"/>
          </a:p>
        </p:txBody>
      </p:sp>
      <p:pic>
        <p:nvPicPr>
          <p:cNvPr id="4" name="Image 0" descr="/home/user/white-label-mockup/.screendeck/A5.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3-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2" name="Text 7"/>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4-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4" name="Text 8"/>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A4</a:t>
            </a:r>
            <a:endParaRPr lang="en-US" sz="750" dirty="0"/>
          </a:p>
        </p:txBody>
      </p:sp>
      <p:sp>
        <p:nvSpPr>
          <p:cNvPr id="15" name="Text 9"/>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2 of 5</a:t>
            </a:r>
            <a:endParaRPr lang="en-US" sz="600" dirty="0"/>
          </a:p>
        </p:txBody>
      </p:sp>
      <p:sp>
        <p:nvSpPr>
          <p:cNvPr id="16" name="Text 10"/>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5-thumb.png">    </p:cNvPr>
          <p:cNvPicPr>
            <a:picLocks noChangeAspect="1"/>
          </p:cNvPicPr>
          <p:nvPr/>
        </p:nvPicPr>
        <p:blipFill>
          <a:blip r:embed="rId5"/>
          <a:stretch>
            <a:fillRect/>
          </a:stretch>
        </p:blipFill>
        <p:spPr>
          <a:xfrm>
            <a:off x="5150358" y="1417320"/>
            <a:ext cx="445770" cy="929932"/>
          </a:xfrm>
          <a:prstGeom prst="rect">
            <a:avLst/>
          </a:prstGeom>
        </p:spPr>
      </p:pic>
      <p:sp>
        <p:nvSpPr>
          <p:cNvPr id="18" name="Text 11"/>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A5</a:t>
            </a:r>
            <a:endParaRPr lang="en-US" sz="750" dirty="0"/>
          </a:p>
        </p:txBody>
      </p:sp>
      <p:sp>
        <p:nvSpPr>
          <p:cNvPr id="19" name="Text 12"/>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Guided tour — 3 of 5</a:t>
            </a:r>
            <a:endParaRPr lang="en-US" sz="600" dirty="0"/>
          </a:p>
        </p:txBody>
      </p:sp>
      <p:sp>
        <p:nvSpPr>
          <p:cNvPr id="20" name="Text 13"/>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6-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2" name="Text 14"/>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A6</a:t>
            </a:r>
            <a:endParaRPr lang="en-US" sz="750" dirty="0"/>
          </a:p>
        </p:txBody>
      </p:sp>
      <p:sp>
        <p:nvSpPr>
          <p:cNvPr id="23" name="Text 15"/>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4 of 5</a:t>
            </a:r>
            <a:endParaRPr lang="en-US" sz="600" dirty="0"/>
          </a:p>
        </p:txBody>
      </p:sp>
      <p:sp>
        <p:nvSpPr>
          <p:cNvPr id="24" name="Text 16"/>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7-thumb.png">    </p:cNvPr>
          <p:cNvPicPr>
            <a:picLocks noChangeAspect="1"/>
          </p:cNvPicPr>
          <p:nvPr/>
        </p:nvPicPr>
        <p:blipFill>
          <a:blip r:embed="rId7">
            <a:alphaModFix amt="38000"/>
          </a:blip>
          <a:stretch>
            <a:fillRect/>
          </a:stretch>
        </p:blipFill>
        <p:spPr>
          <a:xfrm>
            <a:off x="6297930" y="1417320"/>
            <a:ext cx="445770" cy="929932"/>
          </a:xfrm>
          <a:prstGeom prst="rect">
            <a:avLst/>
          </a:prstGeom>
        </p:spPr>
      </p:pic>
      <p:sp>
        <p:nvSpPr>
          <p:cNvPr id="26" name="Text 17"/>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A7</a:t>
            </a:r>
            <a:endParaRPr lang="en-US" sz="750" dirty="0"/>
          </a:p>
        </p:txBody>
      </p:sp>
      <p:sp>
        <p:nvSpPr>
          <p:cNvPr id="27" name="Text 18"/>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5 of 5</a:t>
            </a:r>
            <a:endParaRPr lang="en-US" sz="600" dirty="0"/>
          </a:p>
        </p:txBody>
      </p:sp>
      <p:sp>
        <p:nvSpPr>
          <p:cNvPr id="28" name="Text 19"/>
          <p:cNvSpPr/>
          <p:nvPr/>
        </p:nvSpPr>
        <p:spPr>
          <a:xfrm>
            <a:off x="674370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8-thumb.png">    </p:cNvPr>
          <p:cNvPicPr>
            <a:picLocks noChangeAspect="1"/>
          </p:cNvPicPr>
          <p:nvPr/>
        </p:nvPicPr>
        <p:blipFill>
          <a:blip r:embed="rId8">
            <a:alphaModFix amt="38000"/>
          </a:blip>
          <a:stretch>
            <a:fillRect/>
          </a:stretch>
        </p:blipFill>
        <p:spPr>
          <a:xfrm>
            <a:off x="6871716" y="1417320"/>
            <a:ext cx="445770" cy="929932"/>
          </a:xfrm>
          <a:prstGeom prst="rect">
            <a:avLst/>
          </a:prstGeom>
        </p:spPr>
      </p:pic>
      <p:sp>
        <p:nvSpPr>
          <p:cNvPr id="30" name="Text 20"/>
          <p:cNvSpPr/>
          <p:nvPr/>
        </p:nvSpPr>
        <p:spPr>
          <a:xfrm>
            <a:off x="687171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31" name="Text 21"/>
          <p:cNvSpPr/>
          <p:nvPr/>
        </p:nvSpPr>
        <p:spPr>
          <a:xfrm>
            <a:off x="681685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32" name="Text 2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33" name="Text 2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A6</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Guided tour — 4 of 5</a:t>
            </a:r>
            <a:endParaRPr lang="en-US" sz="2600" dirty="0"/>
          </a:p>
        </p:txBody>
      </p:sp>
      <p:pic>
        <p:nvPicPr>
          <p:cNvPr id="4" name="Image 0" descr="/home/user/white-label-mockup/.screendeck/A6.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3-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2" name="Text 7"/>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4-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4" name="Text 8"/>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A4</a:t>
            </a:r>
            <a:endParaRPr lang="en-US" sz="750" dirty="0"/>
          </a:p>
        </p:txBody>
      </p:sp>
      <p:sp>
        <p:nvSpPr>
          <p:cNvPr id="15" name="Text 9"/>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2 of 5</a:t>
            </a:r>
            <a:endParaRPr lang="en-US" sz="600" dirty="0"/>
          </a:p>
        </p:txBody>
      </p:sp>
      <p:sp>
        <p:nvSpPr>
          <p:cNvPr id="16" name="Text 10"/>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5-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8" name="Text 11"/>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A5</a:t>
            </a:r>
            <a:endParaRPr lang="en-US" sz="750" dirty="0"/>
          </a:p>
        </p:txBody>
      </p:sp>
      <p:sp>
        <p:nvSpPr>
          <p:cNvPr id="19" name="Text 12"/>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3 of 5</a:t>
            </a:r>
            <a:endParaRPr lang="en-US" sz="600" dirty="0"/>
          </a:p>
        </p:txBody>
      </p:sp>
      <p:sp>
        <p:nvSpPr>
          <p:cNvPr id="20" name="Text 13"/>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6-thumb.png">    </p:cNvPr>
          <p:cNvPicPr>
            <a:picLocks noChangeAspect="1"/>
          </p:cNvPicPr>
          <p:nvPr/>
        </p:nvPicPr>
        <p:blipFill>
          <a:blip r:embed="rId6"/>
          <a:stretch>
            <a:fillRect/>
          </a:stretch>
        </p:blipFill>
        <p:spPr>
          <a:xfrm>
            <a:off x="5724144" y="1417320"/>
            <a:ext cx="445770" cy="929932"/>
          </a:xfrm>
          <a:prstGeom prst="rect">
            <a:avLst/>
          </a:prstGeom>
        </p:spPr>
      </p:pic>
      <p:sp>
        <p:nvSpPr>
          <p:cNvPr id="22" name="Text 14"/>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A6</a:t>
            </a:r>
            <a:endParaRPr lang="en-US" sz="750" dirty="0"/>
          </a:p>
        </p:txBody>
      </p:sp>
      <p:sp>
        <p:nvSpPr>
          <p:cNvPr id="23" name="Text 15"/>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Guided tour — 4 of 5</a:t>
            </a:r>
            <a:endParaRPr lang="en-US" sz="600" dirty="0"/>
          </a:p>
        </p:txBody>
      </p:sp>
      <p:sp>
        <p:nvSpPr>
          <p:cNvPr id="24" name="Text 16"/>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7-thumb.png">    </p:cNvPr>
          <p:cNvPicPr>
            <a:picLocks noChangeAspect="1"/>
          </p:cNvPicPr>
          <p:nvPr/>
        </p:nvPicPr>
        <p:blipFill>
          <a:blip r:embed="rId7">
            <a:alphaModFix amt="38000"/>
          </a:blip>
          <a:stretch>
            <a:fillRect/>
          </a:stretch>
        </p:blipFill>
        <p:spPr>
          <a:xfrm>
            <a:off x="6297930" y="1417320"/>
            <a:ext cx="445770" cy="929932"/>
          </a:xfrm>
          <a:prstGeom prst="rect">
            <a:avLst/>
          </a:prstGeom>
        </p:spPr>
      </p:pic>
      <p:sp>
        <p:nvSpPr>
          <p:cNvPr id="26" name="Text 17"/>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A7</a:t>
            </a:r>
            <a:endParaRPr lang="en-US" sz="750" dirty="0"/>
          </a:p>
        </p:txBody>
      </p:sp>
      <p:sp>
        <p:nvSpPr>
          <p:cNvPr id="27" name="Text 18"/>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5 of 5</a:t>
            </a:r>
            <a:endParaRPr lang="en-US" sz="600" dirty="0"/>
          </a:p>
        </p:txBody>
      </p:sp>
      <p:sp>
        <p:nvSpPr>
          <p:cNvPr id="28" name="Text 19"/>
          <p:cNvSpPr/>
          <p:nvPr/>
        </p:nvSpPr>
        <p:spPr>
          <a:xfrm>
            <a:off x="674370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8-thumb.png">    </p:cNvPr>
          <p:cNvPicPr>
            <a:picLocks noChangeAspect="1"/>
          </p:cNvPicPr>
          <p:nvPr/>
        </p:nvPicPr>
        <p:blipFill>
          <a:blip r:embed="rId8">
            <a:alphaModFix amt="38000"/>
          </a:blip>
          <a:stretch>
            <a:fillRect/>
          </a:stretch>
        </p:blipFill>
        <p:spPr>
          <a:xfrm>
            <a:off x="6871716" y="1417320"/>
            <a:ext cx="445770" cy="929932"/>
          </a:xfrm>
          <a:prstGeom prst="rect">
            <a:avLst/>
          </a:prstGeom>
        </p:spPr>
      </p:pic>
      <p:sp>
        <p:nvSpPr>
          <p:cNvPr id="30" name="Text 20"/>
          <p:cNvSpPr/>
          <p:nvPr/>
        </p:nvSpPr>
        <p:spPr>
          <a:xfrm>
            <a:off x="687171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31" name="Text 21"/>
          <p:cNvSpPr/>
          <p:nvPr/>
        </p:nvSpPr>
        <p:spPr>
          <a:xfrm>
            <a:off x="681685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32" name="Text 2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33" name="Text 2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A7</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Guided tour — 5 of 5</a:t>
            </a:r>
            <a:endParaRPr lang="en-US" sz="2600" dirty="0"/>
          </a:p>
        </p:txBody>
      </p:sp>
      <p:pic>
        <p:nvPicPr>
          <p:cNvPr id="4" name="Image 0" descr="/home/user/white-label-mockup/.screendeck/A7.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3-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2" name="Text 7"/>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4-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4" name="Text 8"/>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A4</a:t>
            </a:r>
            <a:endParaRPr lang="en-US" sz="750" dirty="0"/>
          </a:p>
        </p:txBody>
      </p:sp>
      <p:sp>
        <p:nvSpPr>
          <p:cNvPr id="15" name="Text 9"/>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2 of 5</a:t>
            </a:r>
            <a:endParaRPr lang="en-US" sz="600" dirty="0"/>
          </a:p>
        </p:txBody>
      </p:sp>
      <p:sp>
        <p:nvSpPr>
          <p:cNvPr id="16" name="Text 10"/>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5-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8" name="Text 11"/>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A5</a:t>
            </a:r>
            <a:endParaRPr lang="en-US" sz="750" dirty="0"/>
          </a:p>
        </p:txBody>
      </p:sp>
      <p:sp>
        <p:nvSpPr>
          <p:cNvPr id="19" name="Text 12"/>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3 of 5</a:t>
            </a:r>
            <a:endParaRPr lang="en-US" sz="600" dirty="0"/>
          </a:p>
        </p:txBody>
      </p:sp>
      <p:sp>
        <p:nvSpPr>
          <p:cNvPr id="20" name="Text 13"/>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6-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2" name="Text 14"/>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A6</a:t>
            </a:r>
            <a:endParaRPr lang="en-US" sz="750" dirty="0"/>
          </a:p>
        </p:txBody>
      </p:sp>
      <p:sp>
        <p:nvSpPr>
          <p:cNvPr id="23" name="Text 15"/>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4 of 5</a:t>
            </a:r>
            <a:endParaRPr lang="en-US" sz="600" dirty="0"/>
          </a:p>
        </p:txBody>
      </p:sp>
      <p:sp>
        <p:nvSpPr>
          <p:cNvPr id="24" name="Text 16"/>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7-thumb.png">    </p:cNvPr>
          <p:cNvPicPr>
            <a:picLocks noChangeAspect="1"/>
          </p:cNvPicPr>
          <p:nvPr/>
        </p:nvPicPr>
        <p:blipFill>
          <a:blip r:embed="rId7"/>
          <a:stretch>
            <a:fillRect/>
          </a:stretch>
        </p:blipFill>
        <p:spPr>
          <a:xfrm>
            <a:off x="6297930" y="1417320"/>
            <a:ext cx="445770" cy="929932"/>
          </a:xfrm>
          <a:prstGeom prst="rect">
            <a:avLst/>
          </a:prstGeom>
        </p:spPr>
      </p:pic>
      <p:sp>
        <p:nvSpPr>
          <p:cNvPr id="26" name="Text 17"/>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A7</a:t>
            </a:r>
            <a:endParaRPr lang="en-US" sz="750" dirty="0"/>
          </a:p>
        </p:txBody>
      </p:sp>
      <p:sp>
        <p:nvSpPr>
          <p:cNvPr id="27" name="Text 18"/>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Guided tour — 5 of 5</a:t>
            </a:r>
            <a:endParaRPr lang="en-US" sz="600" dirty="0"/>
          </a:p>
        </p:txBody>
      </p:sp>
      <p:sp>
        <p:nvSpPr>
          <p:cNvPr id="28" name="Text 19"/>
          <p:cNvSpPr/>
          <p:nvPr/>
        </p:nvSpPr>
        <p:spPr>
          <a:xfrm>
            <a:off x="674370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8-thumb.png">    </p:cNvPr>
          <p:cNvPicPr>
            <a:picLocks noChangeAspect="1"/>
          </p:cNvPicPr>
          <p:nvPr/>
        </p:nvPicPr>
        <p:blipFill>
          <a:blip r:embed="rId8">
            <a:alphaModFix amt="38000"/>
          </a:blip>
          <a:stretch>
            <a:fillRect/>
          </a:stretch>
        </p:blipFill>
        <p:spPr>
          <a:xfrm>
            <a:off x="6871716" y="1417320"/>
            <a:ext cx="445770" cy="929932"/>
          </a:xfrm>
          <a:prstGeom prst="rect">
            <a:avLst/>
          </a:prstGeom>
        </p:spPr>
      </p:pic>
      <p:sp>
        <p:nvSpPr>
          <p:cNvPr id="30" name="Text 20"/>
          <p:cNvSpPr/>
          <p:nvPr/>
        </p:nvSpPr>
        <p:spPr>
          <a:xfrm>
            <a:off x="687171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31" name="Text 21"/>
          <p:cNvSpPr/>
          <p:nvPr/>
        </p:nvSpPr>
        <p:spPr>
          <a:xfrm>
            <a:off x="681685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32" name="Text 2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33" name="Text 2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A8</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Sign up</a:t>
            </a:r>
            <a:endParaRPr lang="en-US" sz="2600" dirty="0"/>
          </a:p>
        </p:txBody>
      </p:sp>
      <p:pic>
        <p:nvPicPr>
          <p:cNvPr id="4" name="Image 0" descr="/home/user/white-label-mockup/.screendeck/A8.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80% of this screen is shown above</a:t>
            </a:r>
            <a:endParaRPr lang="en-US" sz="800" dirty="0"/>
          </a:p>
        </p:txBody>
      </p:sp>
      <p:pic>
        <p:nvPicPr>
          <p:cNvPr id="6" name="Image 1" descr="/home/user/white-label-mockup/.screendeck/A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A2-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A3-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7" name="Text 11"/>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A8-thumb.png">    </p:cNvPr>
          <p:cNvPicPr>
            <a:picLocks noChangeAspect="1"/>
          </p:cNvPicPr>
          <p:nvPr/>
        </p:nvPicPr>
        <p:blipFill>
          <a:blip r:embed="rId5"/>
          <a:stretch>
            <a:fillRect/>
          </a:stretch>
        </p:blipFill>
        <p:spPr>
          <a:xfrm>
            <a:off x="5150358" y="1417320"/>
            <a:ext cx="445770" cy="929932"/>
          </a:xfrm>
          <a:prstGeom prst="rect">
            <a:avLst/>
          </a:prstGeom>
        </p:spPr>
      </p:pic>
      <p:sp>
        <p:nvSpPr>
          <p:cNvPr id="19" name="Text 12"/>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A8</a:t>
            </a:r>
            <a:endParaRPr lang="en-US" sz="750" dirty="0"/>
          </a:p>
        </p:txBody>
      </p:sp>
      <p:sp>
        <p:nvSpPr>
          <p:cNvPr id="20" name="Text 13"/>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Sign up</a:t>
            </a:r>
            <a:endParaRPr lang="en-US" sz="600" dirty="0"/>
          </a:p>
        </p:txBody>
      </p:sp>
      <p:sp>
        <p:nvSpPr>
          <p:cNvPr id="21" name="Text 14"/>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2" name="Image 5" descr="/home/user/white-label-mockup/.screendeck/A9-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3" name="Text 15"/>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4" name="Text 16"/>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5" name="Text 17"/>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6" name="Image 6" descr="/home/user/white-label-mockup/.screendeck/A10-thumb.png">    </p:cNvPr>
          <p:cNvPicPr>
            <a:picLocks noChangeAspect="1"/>
          </p:cNvPicPr>
          <p:nvPr/>
        </p:nvPicPr>
        <p:blipFill>
          <a:blip r:embed="rId7">
            <a:alphaModFix amt="38000"/>
          </a:blip>
          <a:stretch>
            <a:fillRect/>
          </a:stretch>
        </p:blipFill>
        <p:spPr>
          <a:xfrm>
            <a:off x="6297930" y="1417320"/>
            <a:ext cx="445770" cy="929932"/>
          </a:xfrm>
          <a:prstGeom prst="rect">
            <a:avLst/>
          </a:prstGeom>
        </p:spPr>
      </p:pic>
      <p:sp>
        <p:nvSpPr>
          <p:cNvPr id="27" name="Text 18"/>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8" name="Text 19"/>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9" name="Text 20"/>
          <p:cNvSpPr/>
          <p:nvPr/>
        </p:nvSpPr>
        <p:spPr>
          <a:xfrm>
            <a:off x="674370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0" name="Image 7" descr="/home/user/white-label-mockup/.screendeck/A11-thumb.png">    </p:cNvPr>
          <p:cNvPicPr>
            <a:picLocks noChangeAspect="1"/>
          </p:cNvPicPr>
          <p:nvPr/>
        </p:nvPicPr>
        <p:blipFill>
          <a:blip r:embed="rId8">
            <a:alphaModFix amt="38000"/>
          </a:blip>
          <a:stretch>
            <a:fillRect/>
          </a:stretch>
        </p:blipFill>
        <p:spPr>
          <a:xfrm>
            <a:off x="6871716" y="1417320"/>
            <a:ext cx="445770" cy="929932"/>
          </a:xfrm>
          <a:prstGeom prst="rect">
            <a:avLst/>
          </a:prstGeom>
        </p:spPr>
      </p:pic>
      <p:sp>
        <p:nvSpPr>
          <p:cNvPr id="31" name="Text 21"/>
          <p:cNvSpPr/>
          <p:nvPr/>
        </p:nvSpPr>
        <p:spPr>
          <a:xfrm>
            <a:off x="687171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2" name="Text 22"/>
          <p:cNvSpPr/>
          <p:nvPr/>
        </p:nvSpPr>
        <p:spPr>
          <a:xfrm>
            <a:off x="681685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3" name="Text 23"/>
          <p:cNvSpPr/>
          <p:nvPr/>
        </p:nvSpPr>
        <p:spPr>
          <a:xfrm>
            <a:off x="731748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4" name="Image 8" descr="/home/user/white-label-mockup/.screendeck/A13-thumb.png">    </p:cNvPr>
          <p:cNvPicPr>
            <a:picLocks noChangeAspect="1"/>
          </p:cNvPicPr>
          <p:nvPr/>
        </p:nvPicPr>
        <p:blipFill>
          <a:blip r:embed="rId9">
            <a:alphaModFix amt="38000"/>
          </a:blip>
          <a:stretch>
            <a:fillRect/>
          </a:stretch>
        </p:blipFill>
        <p:spPr>
          <a:xfrm>
            <a:off x="7445502" y="1417320"/>
            <a:ext cx="445770" cy="929932"/>
          </a:xfrm>
          <a:prstGeom prst="rect">
            <a:avLst/>
          </a:prstGeom>
        </p:spPr>
      </p:pic>
      <p:sp>
        <p:nvSpPr>
          <p:cNvPr id="35" name="Text 24"/>
          <p:cNvSpPr/>
          <p:nvPr/>
        </p:nvSpPr>
        <p:spPr>
          <a:xfrm>
            <a:off x="744550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6" name="Text 25"/>
          <p:cNvSpPr/>
          <p:nvPr/>
        </p:nvSpPr>
        <p:spPr>
          <a:xfrm>
            <a:off x="739063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fields</a:t>
            </a:r>
            <a:endParaRPr lang="en-US" sz="600" dirty="0"/>
          </a:p>
        </p:txBody>
      </p:sp>
      <p:sp>
        <p:nvSpPr>
          <p:cNvPr id="37" name="Text 26"/>
          <p:cNvSpPr/>
          <p:nvPr/>
        </p:nvSpPr>
        <p:spPr>
          <a:xfrm>
            <a:off x="789127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8" name="Image 9" descr="/home/user/white-label-mockup/.screendeck/A16-thumb.png">    </p:cNvPr>
          <p:cNvPicPr>
            <a:picLocks noChangeAspect="1"/>
          </p:cNvPicPr>
          <p:nvPr/>
        </p:nvPicPr>
        <p:blipFill>
          <a:blip r:embed="rId10">
            <a:alphaModFix amt="38000"/>
          </a:blip>
          <a:stretch>
            <a:fillRect/>
          </a:stretch>
        </p:blipFill>
        <p:spPr>
          <a:xfrm>
            <a:off x="8019288" y="1417320"/>
            <a:ext cx="445770" cy="929932"/>
          </a:xfrm>
          <a:prstGeom prst="rect">
            <a:avLst/>
          </a:prstGeom>
        </p:spPr>
      </p:pic>
      <p:sp>
        <p:nvSpPr>
          <p:cNvPr id="39" name="Text 27"/>
          <p:cNvSpPr/>
          <p:nvPr/>
        </p:nvSpPr>
        <p:spPr>
          <a:xfrm>
            <a:off x="801928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40" name="Text 28"/>
          <p:cNvSpPr/>
          <p:nvPr/>
        </p:nvSpPr>
        <p:spPr>
          <a:xfrm>
            <a:off x="796442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 fields</a:t>
            </a:r>
            <a:endParaRPr lang="en-US" sz="600" dirty="0"/>
          </a:p>
        </p:txBody>
      </p:sp>
      <p:sp>
        <p:nvSpPr>
          <p:cNvPr id="41" name="Text 29"/>
          <p:cNvSpPr/>
          <p:nvPr/>
        </p:nvSpPr>
        <p:spPr>
          <a:xfrm>
            <a:off x="846505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2" name="Image 10" descr="/home/user/white-label-mockup/.screendeck/A17-thumb.png">    </p:cNvPr>
          <p:cNvPicPr>
            <a:picLocks noChangeAspect="1"/>
          </p:cNvPicPr>
          <p:nvPr/>
        </p:nvPicPr>
        <p:blipFill>
          <a:blip r:embed="rId11">
            <a:alphaModFix amt="38000"/>
          </a:blip>
          <a:stretch>
            <a:fillRect/>
          </a:stretch>
        </p:blipFill>
        <p:spPr>
          <a:xfrm>
            <a:off x="8593074" y="1417320"/>
            <a:ext cx="445770" cy="929932"/>
          </a:xfrm>
          <a:prstGeom prst="rect">
            <a:avLst/>
          </a:prstGeom>
        </p:spPr>
      </p:pic>
      <p:sp>
        <p:nvSpPr>
          <p:cNvPr id="43" name="Text 30"/>
          <p:cNvSpPr/>
          <p:nvPr/>
        </p:nvSpPr>
        <p:spPr>
          <a:xfrm>
            <a:off x="859307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44" name="Text 31"/>
          <p:cNvSpPr/>
          <p:nvPr/>
        </p:nvSpPr>
        <p:spPr>
          <a:xfrm>
            <a:off x="853821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45" name="Text 32"/>
          <p:cNvSpPr/>
          <p:nvPr/>
        </p:nvSpPr>
        <p:spPr>
          <a:xfrm>
            <a:off x="903884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6" name="Image 11" descr="/home/user/white-label-mockup/.screendeck/A18-thumb.png">    </p:cNvPr>
          <p:cNvPicPr>
            <a:picLocks noChangeAspect="1"/>
          </p:cNvPicPr>
          <p:nvPr/>
        </p:nvPicPr>
        <p:blipFill>
          <a:blip r:embed="rId12">
            <a:alphaModFix amt="38000"/>
          </a:blip>
          <a:stretch>
            <a:fillRect/>
          </a:stretch>
        </p:blipFill>
        <p:spPr>
          <a:xfrm>
            <a:off x="9166860" y="1417320"/>
            <a:ext cx="445770" cy="929932"/>
          </a:xfrm>
          <a:prstGeom prst="rect">
            <a:avLst/>
          </a:prstGeom>
        </p:spPr>
      </p:pic>
      <p:sp>
        <p:nvSpPr>
          <p:cNvPr id="47" name="Text 33"/>
          <p:cNvSpPr/>
          <p:nvPr/>
        </p:nvSpPr>
        <p:spPr>
          <a:xfrm>
            <a:off x="916686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48" name="Text 34"/>
          <p:cNvSpPr/>
          <p:nvPr/>
        </p:nvSpPr>
        <p:spPr>
          <a:xfrm>
            <a:off x="911199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49" name="Text 35"/>
          <p:cNvSpPr/>
          <p:nvPr/>
        </p:nvSpPr>
        <p:spPr>
          <a:xfrm>
            <a:off x="961263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50" name="Image 12" descr="/home/user/white-label-mockup/.screendeck/A19-thumb.png">    </p:cNvPr>
          <p:cNvPicPr>
            <a:picLocks noChangeAspect="1"/>
          </p:cNvPicPr>
          <p:nvPr/>
        </p:nvPicPr>
        <p:blipFill>
          <a:blip r:embed="rId13">
            <a:alphaModFix amt="38000"/>
          </a:blip>
          <a:stretch>
            <a:fillRect/>
          </a:stretch>
        </p:blipFill>
        <p:spPr>
          <a:xfrm>
            <a:off x="9740646" y="1417320"/>
            <a:ext cx="445770" cy="929932"/>
          </a:xfrm>
          <a:prstGeom prst="rect">
            <a:avLst/>
          </a:prstGeom>
        </p:spPr>
      </p:pic>
      <p:sp>
        <p:nvSpPr>
          <p:cNvPr id="51" name="Text 36"/>
          <p:cNvSpPr/>
          <p:nvPr/>
        </p:nvSpPr>
        <p:spPr>
          <a:xfrm>
            <a:off x="974064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A19</a:t>
            </a:r>
            <a:endParaRPr lang="en-US" sz="750" dirty="0"/>
          </a:p>
        </p:txBody>
      </p:sp>
      <p:sp>
        <p:nvSpPr>
          <p:cNvPr id="52" name="Text 37"/>
          <p:cNvSpPr/>
          <p:nvPr/>
        </p:nvSpPr>
        <p:spPr>
          <a:xfrm>
            <a:off x="968578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You’re ready</a:t>
            </a:r>
            <a:endParaRPr lang="en-US" sz="600" dirty="0"/>
          </a:p>
        </p:txBody>
      </p:sp>
      <p:sp>
        <p:nvSpPr>
          <p:cNvPr id="53" name="Shape 38"/>
          <p:cNvSpPr/>
          <p:nvPr/>
        </p:nvSpPr>
        <p:spPr>
          <a:xfrm>
            <a:off x="7123176" y="6099048"/>
            <a:ext cx="3063240" cy="667512"/>
          </a:xfrm>
          <a:prstGeom prst="rect">
            <a:avLst/>
          </a:prstGeom>
          <a:solidFill>
            <a:srgbClr val="F2F7F4"/>
          </a:solidFill>
          <a:ln w="12700">
            <a:solidFill>
              <a:srgbClr val="A9C6B6"/>
            </a:solidFill>
            <a:prstDash val="solid"/>
          </a:ln>
        </p:spPr>
      </p:sp>
      <p:sp>
        <p:nvSpPr>
          <p:cNvPr id="54" name="Text 39"/>
          <p:cNvSpPr/>
          <p:nvPr/>
        </p:nvSpPr>
        <p:spPr>
          <a:xfrm>
            <a:off x="7269480" y="6227064"/>
            <a:ext cx="2770632" cy="429768"/>
          </a:xfrm>
          <a:prstGeom prst="rect">
            <a:avLst/>
          </a:prstGeom>
          <a:noFill/>
          <a:ln/>
        </p:spPr>
        <p:txBody>
          <a:bodyPr wrap="square" lIns="0" tIns="0" rIns="0" bIns="0" rtlCol="0" anchor="t"/>
          <a:lstStyle/>
          <a:p>
            <a:pPr indent="0" marL="0">
              <a:lnSpc>
                <a:spcPts val="1100"/>
              </a:lnSpc>
              <a:buNone/>
            </a:pPr>
            <a:r>
              <a:rPr lang="en-US" sz="850" dirty="0">
                <a:solidFill>
                  <a:srgbClr val="4A5852"/>
                </a:solidFill>
                <a:latin typeface="Calibri" pitchFamily="34" charset="0"/>
                <a:ea typeface="Calibri" pitchFamily="34" charset="-122"/>
                <a:cs typeface="Calibri" pitchFamily="34" charset="-120"/>
              </a:rPr>
              <a:t>•  This screen is shown to new users only. Anyone already registered goes straight to A20.</a:t>
            </a:r>
            <a:endParaRPr lang="en-US" sz="850" dirty="0"/>
          </a:p>
        </p:txBody>
      </p:sp>
      <p:sp>
        <p:nvSpPr>
          <p:cNvPr id="55" name="Text 40"/>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56" name="Image 13" descr="/home/user/white-label-mockup/.screendeck/A8-tail.jpg">    </p:cNvPr>
          <p:cNvPicPr>
            <a:picLocks noChangeAspect="1"/>
          </p:cNvPicPr>
          <p:nvPr/>
        </p:nvPicPr>
        <p:blipFill>
          <a:blip r:embed="rId14"/>
          <a:stretch>
            <a:fillRect/>
          </a:stretch>
        </p:blipFill>
        <p:spPr>
          <a:xfrm>
            <a:off x="3429000" y="3188500"/>
            <a:ext cx="1521864" cy="3174797"/>
          </a:xfrm>
          <a:prstGeom prst="rect">
            <a:avLst/>
          </a:prstGeom>
        </p:spPr>
      </p:pic>
      <p:sp>
        <p:nvSpPr>
          <p:cNvPr id="57" name="Text 41"/>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58" name="Text 42"/>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A9</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Verify code</a:t>
            </a:r>
            <a:endParaRPr lang="en-US" sz="2600" dirty="0"/>
          </a:p>
        </p:txBody>
      </p:sp>
      <p:pic>
        <p:nvPicPr>
          <p:cNvPr id="4" name="Image 0" descr="/home/user/white-label-mockup/.screendeck/A9.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2" name="Text 7"/>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3-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4" name="Text 8"/>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5" name="Text 9"/>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6" name="Text 10"/>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8-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8" name="Text 11"/>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19" name="Text 12"/>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0" name="Text 13"/>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9-thumb.png">    </p:cNvPr>
          <p:cNvPicPr>
            <a:picLocks noChangeAspect="1"/>
          </p:cNvPicPr>
          <p:nvPr/>
        </p:nvPicPr>
        <p:blipFill>
          <a:blip r:embed="rId6"/>
          <a:stretch>
            <a:fillRect/>
          </a:stretch>
        </p:blipFill>
        <p:spPr>
          <a:xfrm>
            <a:off x="5724144" y="1417320"/>
            <a:ext cx="445770" cy="929932"/>
          </a:xfrm>
          <a:prstGeom prst="rect">
            <a:avLst/>
          </a:prstGeom>
        </p:spPr>
      </p:pic>
      <p:sp>
        <p:nvSpPr>
          <p:cNvPr id="22" name="Text 14"/>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A9</a:t>
            </a:r>
            <a:endParaRPr lang="en-US" sz="750" dirty="0"/>
          </a:p>
        </p:txBody>
      </p:sp>
      <p:sp>
        <p:nvSpPr>
          <p:cNvPr id="23" name="Text 15"/>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Verify code</a:t>
            </a:r>
            <a:endParaRPr lang="en-US" sz="600" dirty="0"/>
          </a:p>
        </p:txBody>
      </p:sp>
      <p:sp>
        <p:nvSpPr>
          <p:cNvPr id="24" name="Text 16"/>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10-thumb.png">    </p:cNvPr>
          <p:cNvPicPr>
            <a:picLocks noChangeAspect="1"/>
          </p:cNvPicPr>
          <p:nvPr/>
        </p:nvPicPr>
        <p:blipFill>
          <a:blip r:embed="rId7">
            <a:alphaModFix amt="38000"/>
          </a:blip>
          <a:stretch>
            <a:fillRect/>
          </a:stretch>
        </p:blipFill>
        <p:spPr>
          <a:xfrm>
            <a:off x="6297930" y="1417320"/>
            <a:ext cx="445770" cy="929932"/>
          </a:xfrm>
          <a:prstGeom prst="rect">
            <a:avLst/>
          </a:prstGeom>
        </p:spPr>
      </p:pic>
      <p:sp>
        <p:nvSpPr>
          <p:cNvPr id="26" name="Text 17"/>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7" name="Text 18"/>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8" name="Text 19"/>
          <p:cNvSpPr/>
          <p:nvPr/>
        </p:nvSpPr>
        <p:spPr>
          <a:xfrm>
            <a:off x="674370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11-thumb.png">    </p:cNvPr>
          <p:cNvPicPr>
            <a:picLocks noChangeAspect="1"/>
          </p:cNvPicPr>
          <p:nvPr/>
        </p:nvPicPr>
        <p:blipFill>
          <a:blip r:embed="rId8">
            <a:alphaModFix amt="38000"/>
          </a:blip>
          <a:stretch>
            <a:fillRect/>
          </a:stretch>
        </p:blipFill>
        <p:spPr>
          <a:xfrm>
            <a:off x="6871716" y="1417320"/>
            <a:ext cx="445770" cy="929932"/>
          </a:xfrm>
          <a:prstGeom prst="rect">
            <a:avLst/>
          </a:prstGeom>
        </p:spPr>
      </p:pic>
      <p:sp>
        <p:nvSpPr>
          <p:cNvPr id="30" name="Text 20"/>
          <p:cNvSpPr/>
          <p:nvPr/>
        </p:nvSpPr>
        <p:spPr>
          <a:xfrm>
            <a:off x="687171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1" name="Text 21"/>
          <p:cNvSpPr/>
          <p:nvPr/>
        </p:nvSpPr>
        <p:spPr>
          <a:xfrm>
            <a:off x="681685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2" name="Text 22"/>
          <p:cNvSpPr/>
          <p:nvPr/>
        </p:nvSpPr>
        <p:spPr>
          <a:xfrm>
            <a:off x="731748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3" name="Image 8" descr="/home/user/white-label-mockup/.screendeck/A13-thumb.png">    </p:cNvPr>
          <p:cNvPicPr>
            <a:picLocks noChangeAspect="1"/>
          </p:cNvPicPr>
          <p:nvPr/>
        </p:nvPicPr>
        <p:blipFill>
          <a:blip r:embed="rId9">
            <a:alphaModFix amt="38000"/>
          </a:blip>
          <a:stretch>
            <a:fillRect/>
          </a:stretch>
        </p:blipFill>
        <p:spPr>
          <a:xfrm>
            <a:off x="7445502" y="1417320"/>
            <a:ext cx="445770" cy="929932"/>
          </a:xfrm>
          <a:prstGeom prst="rect">
            <a:avLst/>
          </a:prstGeom>
        </p:spPr>
      </p:pic>
      <p:sp>
        <p:nvSpPr>
          <p:cNvPr id="34" name="Text 23"/>
          <p:cNvSpPr/>
          <p:nvPr/>
        </p:nvSpPr>
        <p:spPr>
          <a:xfrm>
            <a:off x="744550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5" name="Text 24"/>
          <p:cNvSpPr/>
          <p:nvPr/>
        </p:nvSpPr>
        <p:spPr>
          <a:xfrm>
            <a:off x="739063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fields</a:t>
            </a:r>
            <a:endParaRPr lang="en-US" sz="600" dirty="0"/>
          </a:p>
        </p:txBody>
      </p:sp>
      <p:sp>
        <p:nvSpPr>
          <p:cNvPr id="36" name="Text 25"/>
          <p:cNvSpPr/>
          <p:nvPr/>
        </p:nvSpPr>
        <p:spPr>
          <a:xfrm>
            <a:off x="789127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7" name="Image 9" descr="/home/user/white-label-mockup/.screendeck/A16-thumb.png">    </p:cNvPr>
          <p:cNvPicPr>
            <a:picLocks noChangeAspect="1"/>
          </p:cNvPicPr>
          <p:nvPr/>
        </p:nvPicPr>
        <p:blipFill>
          <a:blip r:embed="rId10">
            <a:alphaModFix amt="38000"/>
          </a:blip>
          <a:stretch>
            <a:fillRect/>
          </a:stretch>
        </p:blipFill>
        <p:spPr>
          <a:xfrm>
            <a:off x="8019288" y="1417320"/>
            <a:ext cx="445770" cy="929932"/>
          </a:xfrm>
          <a:prstGeom prst="rect">
            <a:avLst/>
          </a:prstGeom>
        </p:spPr>
      </p:pic>
      <p:sp>
        <p:nvSpPr>
          <p:cNvPr id="38" name="Text 26"/>
          <p:cNvSpPr/>
          <p:nvPr/>
        </p:nvSpPr>
        <p:spPr>
          <a:xfrm>
            <a:off x="801928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39" name="Text 27"/>
          <p:cNvSpPr/>
          <p:nvPr/>
        </p:nvSpPr>
        <p:spPr>
          <a:xfrm>
            <a:off x="796442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 fields</a:t>
            </a:r>
            <a:endParaRPr lang="en-US" sz="600" dirty="0"/>
          </a:p>
        </p:txBody>
      </p:sp>
      <p:sp>
        <p:nvSpPr>
          <p:cNvPr id="40" name="Text 28"/>
          <p:cNvSpPr/>
          <p:nvPr/>
        </p:nvSpPr>
        <p:spPr>
          <a:xfrm>
            <a:off x="846505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1" name="Image 10" descr="/home/user/white-label-mockup/.screendeck/A17-thumb.png">    </p:cNvPr>
          <p:cNvPicPr>
            <a:picLocks noChangeAspect="1"/>
          </p:cNvPicPr>
          <p:nvPr/>
        </p:nvPicPr>
        <p:blipFill>
          <a:blip r:embed="rId11">
            <a:alphaModFix amt="38000"/>
          </a:blip>
          <a:stretch>
            <a:fillRect/>
          </a:stretch>
        </p:blipFill>
        <p:spPr>
          <a:xfrm>
            <a:off x="8593074" y="1417320"/>
            <a:ext cx="445770" cy="929932"/>
          </a:xfrm>
          <a:prstGeom prst="rect">
            <a:avLst/>
          </a:prstGeom>
        </p:spPr>
      </p:pic>
      <p:sp>
        <p:nvSpPr>
          <p:cNvPr id="42" name="Text 29"/>
          <p:cNvSpPr/>
          <p:nvPr/>
        </p:nvSpPr>
        <p:spPr>
          <a:xfrm>
            <a:off x="859307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43" name="Text 30"/>
          <p:cNvSpPr/>
          <p:nvPr/>
        </p:nvSpPr>
        <p:spPr>
          <a:xfrm>
            <a:off x="853821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44" name="Text 31"/>
          <p:cNvSpPr/>
          <p:nvPr/>
        </p:nvSpPr>
        <p:spPr>
          <a:xfrm>
            <a:off x="903884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5" name="Image 11" descr="/home/user/white-label-mockup/.screendeck/A18-thumb.png">    </p:cNvPr>
          <p:cNvPicPr>
            <a:picLocks noChangeAspect="1"/>
          </p:cNvPicPr>
          <p:nvPr/>
        </p:nvPicPr>
        <p:blipFill>
          <a:blip r:embed="rId12">
            <a:alphaModFix amt="38000"/>
          </a:blip>
          <a:stretch>
            <a:fillRect/>
          </a:stretch>
        </p:blipFill>
        <p:spPr>
          <a:xfrm>
            <a:off x="9166860" y="1417320"/>
            <a:ext cx="445770" cy="929932"/>
          </a:xfrm>
          <a:prstGeom prst="rect">
            <a:avLst/>
          </a:prstGeom>
        </p:spPr>
      </p:pic>
      <p:sp>
        <p:nvSpPr>
          <p:cNvPr id="46" name="Text 32"/>
          <p:cNvSpPr/>
          <p:nvPr/>
        </p:nvSpPr>
        <p:spPr>
          <a:xfrm>
            <a:off x="916686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47" name="Text 33"/>
          <p:cNvSpPr/>
          <p:nvPr/>
        </p:nvSpPr>
        <p:spPr>
          <a:xfrm>
            <a:off x="911199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48" name="Text 34"/>
          <p:cNvSpPr/>
          <p:nvPr/>
        </p:nvSpPr>
        <p:spPr>
          <a:xfrm>
            <a:off x="961263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9" name="Image 12" descr="/home/user/white-label-mockup/.screendeck/A19-thumb.png">    </p:cNvPr>
          <p:cNvPicPr>
            <a:picLocks noChangeAspect="1"/>
          </p:cNvPicPr>
          <p:nvPr/>
        </p:nvPicPr>
        <p:blipFill>
          <a:blip r:embed="rId13">
            <a:alphaModFix amt="38000"/>
          </a:blip>
          <a:stretch>
            <a:fillRect/>
          </a:stretch>
        </p:blipFill>
        <p:spPr>
          <a:xfrm>
            <a:off x="9740646" y="1417320"/>
            <a:ext cx="445770" cy="929932"/>
          </a:xfrm>
          <a:prstGeom prst="rect">
            <a:avLst/>
          </a:prstGeom>
        </p:spPr>
      </p:pic>
      <p:sp>
        <p:nvSpPr>
          <p:cNvPr id="50" name="Text 35"/>
          <p:cNvSpPr/>
          <p:nvPr/>
        </p:nvSpPr>
        <p:spPr>
          <a:xfrm>
            <a:off x="974064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A19</a:t>
            </a:r>
            <a:endParaRPr lang="en-US" sz="750" dirty="0"/>
          </a:p>
        </p:txBody>
      </p:sp>
      <p:sp>
        <p:nvSpPr>
          <p:cNvPr id="51" name="Text 36"/>
          <p:cNvSpPr/>
          <p:nvPr/>
        </p:nvSpPr>
        <p:spPr>
          <a:xfrm>
            <a:off x="968578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You’re ready</a:t>
            </a:r>
            <a:endParaRPr lang="en-US" sz="600" dirty="0"/>
          </a:p>
        </p:txBody>
      </p:sp>
      <p:sp>
        <p:nvSpPr>
          <p:cNvPr id="52" name="Text 37"/>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53" name="Text 38"/>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A10</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Tell us about your farm</a:t>
            </a:r>
            <a:endParaRPr lang="en-US" sz="2600" dirty="0"/>
          </a:p>
        </p:txBody>
      </p:sp>
      <p:pic>
        <p:nvPicPr>
          <p:cNvPr id="4" name="Image 0" descr="/home/user/white-label-mockup/.screendeck/A10.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2" name="Text 7"/>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3-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4" name="Text 8"/>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5" name="Text 9"/>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6" name="Text 10"/>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8-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8" name="Text 11"/>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19" name="Text 12"/>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0" name="Text 13"/>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9-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2" name="Text 14"/>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3" name="Text 15"/>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4" name="Text 16"/>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10-thumb.png">    </p:cNvPr>
          <p:cNvPicPr>
            <a:picLocks noChangeAspect="1"/>
          </p:cNvPicPr>
          <p:nvPr/>
        </p:nvPicPr>
        <p:blipFill>
          <a:blip r:embed="rId7"/>
          <a:stretch>
            <a:fillRect/>
          </a:stretch>
        </p:blipFill>
        <p:spPr>
          <a:xfrm>
            <a:off x="6297930" y="1417320"/>
            <a:ext cx="445770" cy="929932"/>
          </a:xfrm>
          <a:prstGeom prst="rect">
            <a:avLst/>
          </a:prstGeom>
        </p:spPr>
      </p:pic>
      <p:sp>
        <p:nvSpPr>
          <p:cNvPr id="26" name="Text 17"/>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A10</a:t>
            </a:r>
            <a:endParaRPr lang="en-US" sz="750" dirty="0"/>
          </a:p>
        </p:txBody>
      </p:sp>
      <p:sp>
        <p:nvSpPr>
          <p:cNvPr id="27" name="Text 18"/>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Tell us about your farm</a:t>
            </a:r>
            <a:endParaRPr lang="en-US" sz="600" dirty="0"/>
          </a:p>
        </p:txBody>
      </p:sp>
      <p:sp>
        <p:nvSpPr>
          <p:cNvPr id="28" name="Text 19"/>
          <p:cNvSpPr/>
          <p:nvPr/>
        </p:nvSpPr>
        <p:spPr>
          <a:xfrm>
            <a:off x="674370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11-thumb.png">    </p:cNvPr>
          <p:cNvPicPr>
            <a:picLocks noChangeAspect="1"/>
          </p:cNvPicPr>
          <p:nvPr/>
        </p:nvPicPr>
        <p:blipFill>
          <a:blip r:embed="rId8">
            <a:alphaModFix amt="38000"/>
          </a:blip>
          <a:stretch>
            <a:fillRect/>
          </a:stretch>
        </p:blipFill>
        <p:spPr>
          <a:xfrm>
            <a:off x="6871716" y="1417320"/>
            <a:ext cx="445770" cy="929932"/>
          </a:xfrm>
          <a:prstGeom prst="rect">
            <a:avLst/>
          </a:prstGeom>
        </p:spPr>
      </p:pic>
      <p:sp>
        <p:nvSpPr>
          <p:cNvPr id="30" name="Text 20"/>
          <p:cNvSpPr/>
          <p:nvPr/>
        </p:nvSpPr>
        <p:spPr>
          <a:xfrm>
            <a:off x="687171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1" name="Text 21"/>
          <p:cNvSpPr/>
          <p:nvPr/>
        </p:nvSpPr>
        <p:spPr>
          <a:xfrm>
            <a:off x="681685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2" name="Text 22"/>
          <p:cNvSpPr/>
          <p:nvPr/>
        </p:nvSpPr>
        <p:spPr>
          <a:xfrm>
            <a:off x="731748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3" name="Image 8" descr="/home/user/white-label-mockup/.screendeck/A13-thumb.png">    </p:cNvPr>
          <p:cNvPicPr>
            <a:picLocks noChangeAspect="1"/>
          </p:cNvPicPr>
          <p:nvPr/>
        </p:nvPicPr>
        <p:blipFill>
          <a:blip r:embed="rId9">
            <a:alphaModFix amt="38000"/>
          </a:blip>
          <a:stretch>
            <a:fillRect/>
          </a:stretch>
        </p:blipFill>
        <p:spPr>
          <a:xfrm>
            <a:off x="7445502" y="1417320"/>
            <a:ext cx="445770" cy="929932"/>
          </a:xfrm>
          <a:prstGeom prst="rect">
            <a:avLst/>
          </a:prstGeom>
        </p:spPr>
      </p:pic>
      <p:sp>
        <p:nvSpPr>
          <p:cNvPr id="34" name="Text 23"/>
          <p:cNvSpPr/>
          <p:nvPr/>
        </p:nvSpPr>
        <p:spPr>
          <a:xfrm>
            <a:off x="744550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5" name="Text 24"/>
          <p:cNvSpPr/>
          <p:nvPr/>
        </p:nvSpPr>
        <p:spPr>
          <a:xfrm>
            <a:off x="739063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fields</a:t>
            </a:r>
            <a:endParaRPr lang="en-US" sz="600" dirty="0"/>
          </a:p>
        </p:txBody>
      </p:sp>
      <p:sp>
        <p:nvSpPr>
          <p:cNvPr id="36" name="Text 25"/>
          <p:cNvSpPr/>
          <p:nvPr/>
        </p:nvSpPr>
        <p:spPr>
          <a:xfrm>
            <a:off x="789127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7" name="Image 9" descr="/home/user/white-label-mockup/.screendeck/A16-thumb.png">    </p:cNvPr>
          <p:cNvPicPr>
            <a:picLocks noChangeAspect="1"/>
          </p:cNvPicPr>
          <p:nvPr/>
        </p:nvPicPr>
        <p:blipFill>
          <a:blip r:embed="rId10">
            <a:alphaModFix amt="38000"/>
          </a:blip>
          <a:stretch>
            <a:fillRect/>
          </a:stretch>
        </p:blipFill>
        <p:spPr>
          <a:xfrm>
            <a:off x="8019288" y="1417320"/>
            <a:ext cx="445770" cy="929932"/>
          </a:xfrm>
          <a:prstGeom prst="rect">
            <a:avLst/>
          </a:prstGeom>
        </p:spPr>
      </p:pic>
      <p:sp>
        <p:nvSpPr>
          <p:cNvPr id="38" name="Text 26"/>
          <p:cNvSpPr/>
          <p:nvPr/>
        </p:nvSpPr>
        <p:spPr>
          <a:xfrm>
            <a:off x="801928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39" name="Text 27"/>
          <p:cNvSpPr/>
          <p:nvPr/>
        </p:nvSpPr>
        <p:spPr>
          <a:xfrm>
            <a:off x="796442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 fields</a:t>
            </a:r>
            <a:endParaRPr lang="en-US" sz="600" dirty="0"/>
          </a:p>
        </p:txBody>
      </p:sp>
      <p:sp>
        <p:nvSpPr>
          <p:cNvPr id="40" name="Text 28"/>
          <p:cNvSpPr/>
          <p:nvPr/>
        </p:nvSpPr>
        <p:spPr>
          <a:xfrm>
            <a:off x="846505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1" name="Image 10" descr="/home/user/white-label-mockup/.screendeck/A17-thumb.png">    </p:cNvPr>
          <p:cNvPicPr>
            <a:picLocks noChangeAspect="1"/>
          </p:cNvPicPr>
          <p:nvPr/>
        </p:nvPicPr>
        <p:blipFill>
          <a:blip r:embed="rId11">
            <a:alphaModFix amt="38000"/>
          </a:blip>
          <a:stretch>
            <a:fillRect/>
          </a:stretch>
        </p:blipFill>
        <p:spPr>
          <a:xfrm>
            <a:off x="8593074" y="1417320"/>
            <a:ext cx="445770" cy="929932"/>
          </a:xfrm>
          <a:prstGeom prst="rect">
            <a:avLst/>
          </a:prstGeom>
        </p:spPr>
      </p:pic>
      <p:sp>
        <p:nvSpPr>
          <p:cNvPr id="42" name="Text 29"/>
          <p:cNvSpPr/>
          <p:nvPr/>
        </p:nvSpPr>
        <p:spPr>
          <a:xfrm>
            <a:off x="859307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43" name="Text 30"/>
          <p:cNvSpPr/>
          <p:nvPr/>
        </p:nvSpPr>
        <p:spPr>
          <a:xfrm>
            <a:off x="853821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44" name="Text 31"/>
          <p:cNvSpPr/>
          <p:nvPr/>
        </p:nvSpPr>
        <p:spPr>
          <a:xfrm>
            <a:off x="903884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5" name="Image 11" descr="/home/user/white-label-mockup/.screendeck/A18-thumb.png">    </p:cNvPr>
          <p:cNvPicPr>
            <a:picLocks noChangeAspect="1"/>
          </p:cNvPicPr>
          <p:nvPr/>
        </p:nvPicPr>
        <p:blipFill>
          <a:blip r:embed="rId12">
            <a:alphaModFix amt="38000"/>
          </a:blip>
          <a:stretch>
            <a:fillRect/>
          </a:stretch>
        </p:blipFill>
        <p:spPr>
          <a:xfrm>
            <a:off x="9166860" y="1417320"/>
            <a:ext cx="445770" cy="929932"/>
          </a:xfrm>
          <a:prstGeom prst="rect">
            <a:avLst/>
          </a:prstGeom>
        </p:spPr>
      </p:pic>
      <p:sp>
        <p:nvSpPr>
          <p:cNvPr id="46" name="Text 32"/>
          <p:cNvSpPr/>
          <p:nvPr/>
        </p:nvSpPr>
        <p:spPr>
          <a:xfrm>
            <a:off x="916686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47" name="Text 33"/>
          <p:cNvSpPr/>
          <p:nvPr/>
        </p:nvSpPr>
        <p:spPr>
          <a:xfrm>
            <a:off x="911199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48" name="Text 34"/>
          <p:cNvSpPr/>
          <p:nvPr/>
        </p:nvSpPr>
        <p:spPr>
          <a:xfrm>
            <a:off x="961263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9" name="Image 12" descr="/home/user/white-label-mockup/.screendeck/A19-thumb.png">    </p:cNvPr>
          <p:cNvPicPr>
            <a:picLocks noChangeAspect="1"/>
          </p:cNvPicPr>
          <p:nvPr/>
        </p:nvPicPr>
        <p:blipFill>
          <a:blip r:embed="rId13">
            <a:alphaModFix amt="38000"/>
          </a:blip>
          <a:stretch>
            <a:fillRect/>
          </a:stretch>
        </p:blipFill>
        <p:spPr>
          <a:xfrm>
            <a:off x="9740646" y="1417320"/>
            <a:ext cx="445770" cy="929932"/>
          </a:xfrm>
          <a:prstGeom prst="rect">
            <a:avLst/>
          </a:prstGeom>
        </p:spPr>
      </p:pic>
      <p:sp>
        <p:nvSpPr>
          <p:cNvPr id="50" name="Text 35"/>
          <p:cNvSpPr/>
          <p:nvPr/>
        </p:nvSpPr>
        <p:spPr>
          <a:xfrm>
            <a:off x="974064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A19</a:t>
            </a:r>
            <a:endParaRPr lang="en-US" sz="750" dirty="0"/>
          </a:p>
        </p:txBody>
      </p:sp>
      <p:sp>
        <p:nvSpPr>
          <p:cNvPr id="51" name="Text 36"/>
          <p:cNvSpPr/>
          <p:nvPr/>
        </p:nvSpPr>
        <p:spPr>
          <a:xfrm>
            <a:off x="968578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You’re ready</a:t>
            </a:r>
            <a:endParaRPr lang="en-US" sz="600" dirty="0"/>
          </a:p>
        </p:txBody>
      </p:sp>
      <p:sp>
        <p:nvSpPr>
          <p:cNvPr id="52" name="Text 37"/>
          <p:cNvSpPr/>
          <p:nvPr/>
        </p:nvSpPr>
        <p:spPr>
          <a:xfrm>
            <a:off x="3078969" y="5977366"/>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53" name="Text 38"/>
          <p:cNvSpPr/>
          <p:nvPr/>
        </p:nvSpPr>
        <p:spPr>
          <a:xfrm>
            <a:off x="3429000" y="2932468"/>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54" name="Text 39"/>
          <p:cNvSpPr/>
          <p:nvPr/>
        </p:nvSpPr>
        <p:spPr>
          <a:xfrm>
            <a:off x="3429000" y="320221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55" name="Text 40"/>
          <p:cNvSpPr/>
          <p:nvPr/>
        </p:nvSpPr>
        <p:spPr>
          <a:xfrm>
            <a:off x="3703320" y="318850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I’m not sure</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A13 Draw your fields</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17)</a:t>
            </a:r>
            <a:endParaRPr lang="en-US" sz="800" dirty="0"/>
          </a:p>
        </p:txBody>
      </p:sp>
      <p:sp>
        <p:nvSpPr>
          <p:cNvPr id="56" name="Text 41"/>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57" name="Text 42"/>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A22</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Too small for a survey</a:t>
            </a:r>
            <a:endParaRPr lang="en-US" sz="2600" dirty="0"/>
          </a:p>
        </p:txBody>
      </p:sp>
      <p:pic>
        <p:nvPicPr>
          <p:cNvPr id="4" name="Image 0" descr="/home/user/white-label-mockup/.screendeck/A22.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6" name="Text 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A11</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Available service plans</a:t>
            </a:r>
            <a:endParaRPr lang="en-US" sz="2600" dirty="0"/>
          </a:p>
        </p:txBody>
      </p:sp>
      <p:pic>
        <p:nvPicPr>
          <p:cNvPr id="4" name="Image 0" descr="/home/user/white-label-mockup/.screendeck/A11.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2" name="Text 7"/>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3-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4" name="Text 8"/>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5" name="Text 9"/>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6" name="Text 10"/>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8-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8" name="Text 11"/>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19" name="Text 12"/>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0" name="Text 13"/>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9-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2" name="Text 14"/>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3" name="Text 15"/>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4" name="Text 16"/>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10-thumb.png">    </p:cNvPr>
          <p:cNvPicPr>
            <a:picLocks noChangeAspect="1"/>
          </p:cNvPicPr>
          <p:nvPr/>
        </p:nvPicPr>
        <p:blipFill>
          <a:blip r:embed="rId7">
            <a:alphaModFix amt="38000"/>
          </a:blip>
          <a:stretch>
            <a:fillRect/>
          </a:stretch>
        </p:blipFill>
        <p:spPr>
          <a:xfrm>
            <a:off x="6297930" y="1417320"/>
            <a:ext cx="445770" cy="929932"/>
          </a:xfrm>
          <a:prstGeom prst="rect">
            <a:avLst/>
          </a:prstGeom>
        </p:spPr>
      </p:pic>
      <p:sp>
        <p:nvSpPr>
          <p:cNvPr id="26" name="Text 17"/>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7" name="Text 18"/>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8" name="Text 19"/>
          <p:cNvSpPr/>
          <p:nvPr/>
        </p:nvSpPr>
        <p:spPr>
          <a:xfrm>
            <a:off x="674370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11-thumb.png">    </p:cNvPr>
          <p:cNvPicPr>
            <a:picLocks noChangeAspect="1"/>
          </p:cNvPicPr>
          <p:nvPr/>
        </p:nvPicPr>
        <p:blipFill>
          <a:blip r:embed="rId8"/>
          <a:stretch>
            <a:fillRect/>
          </a:stretch>
        </p:blipFill>
        <p:spPr>
          <a:xfrm>
            <a:off x="6871716" y="1417320"/>
            <a:ext cx="445770" cy="929932"/>
          </a:xfrm>
          <a:prstGeom prst="rect">
            <a:avLst/>
          </a:prstGeom>
        </p:spPr>
      </p:pic>
      <p:sp>
        <p:nvSpPr>
          <p:cNvPr id="30" name="Text 20"/>
          <p:cNvSpPr/>
          <p:nvPr/>
        </p:nvSpPr>
        <p:spPr>
          <a:xfrm>
            <a:off x="6871716"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A11</a:t>
            </a:r>
            <a:endParaRPr lang="en-US" sz="750" dirty="0"/>
          </a:p>
        </p:txBody>
      </p:sp>
      <p:sp>
        <p:nvSpPr>
          <p:cNvPr id="31" name="Text 21"/>
          <p:cNvSpPr/>
          <p:nvPr/>
        </p:nvSpPr>
        <p:spPr>
          <a:xfrm>
            <a:off x="681685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Available service plans</a:t>
            </a:r>
            <a:endParaRPr lang="en-US" sz="600" dirty="0"/>
          </a:p>
        </p:txBody>
      </p:sp>
      <p:sp>
        <p:nvSpPr>
          <p:cNvPr id="32" name="Text 22"/>
          <p:cNvSpPr/>
          <p:nvPr/>
        </p:nvSpPr>
        <p:spPr>
          <a:xfrm>
            <a:off x="731748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3" name="Image 8" descr="/home/user/white-label-mockup/.screendeck/A13-thumb.png">    </p:cNvPr>
          <p:cNvPicPr>
            <a:picLocks noChangeAspect="1"/>
          </p:cNvPicPr>
          <p:nvPr/>
        </p:nvPicPr>
        <p:blipFill>
          <a:blip r:embed="rId9">
            <a:alphaModFix amt="38000"/>
          </a:blip>
          <a:stretch>
            <a:fillRect/>
          </a:stretch>
        </p:blipFill>
        <p:spPr>
          <a:xfrm>
            <a:off x="7445502" y="1417320"/>
            <a:ext cx="445770" cy="929932"/>
          </a:xfrm>
          <a:prstGeom prst="rect">
            <a:avLst/>
          </a:prstGeom>
        </p:spPr>
      </p:pic>
      <p:sp>
        <p:nvSpPr>
          <p:cNvPr id="34" name="Text 23"/>
          <p:cNvSpPr/>
          <p:nvPr/>
        </p:nvSpPr>
        <p:spPr>
          <a:xfrm>
            <a:off x="744550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5" name="Text 24"/>
          <p:cNvSpPr/>
          <p:nvPr/>
        </p:nvSpPr>
        <p:spPr>
          <a:xfrm>
            <a:off x="739063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fields</a:t>
            </a:r>
            <a:endParaRPr lang="en-US" sz="600" dirty="0"/>
          </a:p>
        </p:txBody>
      </p:sp>
      <p:sp>
        <p:nvSpPr>
          <p:cNvPr id="36" name="Text 25"/>
          <p:cNvSpPr/>
          <p:nvPr/>
        </p:nvSpPr>
        <p:spPr>
          <a:xfrm>
            <a:off x="789127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7" name="Image 9" descr="/home/user/white-label-mockup/.screendeck/A16-thumb.png">    </p:cNvPr>
          <p:cNvPicPr>
            <a:picLocks noChangeAspect="1"/>
          </p:cNvPicPr>
          <p:nvPr/>
        </p:nvPicPr>
        <p:blipFill>
          <a:blip r:embed="rId10">
            <a:alphaModFix amt="38000"/>
          </a:blip>
          <a:stretch>
            <a:fillRect/>
          </a:stretch>
        </p:blipFill>
        <p:spPr>
          <a:xfrm>
            <a:off x="8019288" y="1417320"/>
            <a:ext cx="445770" cy="929932"/>
          </a:xfrm>
          <a:prstGeom prst="rect">
            <a:avLst/>
          </a:prstGeom>
        </p:spPr>
      </p:pic>
      <p:sp>
        <p:nvSpPr>
          <p:cNvPr id="38" name="Text 26"/>
          <p:cNvSpPr/>
          <p:nvPr/>
        </p:nvSpPr>
        <p:spPr>
          <a:xfrm>
            <a:off x="801928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39" name="Text 27"/>
          <p:cNvSpPr/>
          <p:nvPr/>
        </p:nvSpPr>
        <p:spPr>
          <a:xfrm>
            <a:off x="796442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 fields</a:t>
            </a:r>
            <a:endParaRPr lang="en-US" sz="600" dirty="0"/>
          </a:p>
        </p:txBody>
      </p:sp>
      <p:sp>
        <p:nvSpPr>
          <p:cNvPr id="40" name="Text 28"/>
          <p:cNvSpPr/>
          <p:nvPr/>
        </p:nvSpPr>
        <p:spPr>
          <a:xfrm>
            <a:off x="846505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1" name="Image 10" descr="/home/user/white-label-mockup/.screendeck/A17-thumb.png">    </p:cNvPr>
          <p:cNvPicPr>
            <a:picLocks noChangeAspect="1"/>
          </p:cNvPicPr>
          <p:nvPr/>
        </p:nvPicPr>
        <p:blipFill>
          <a:blip r:embed="rId11">
            <a:alphaModFix amt="38000"/>
          </a:blip>
          <a:stretch>
            <a:fillRect/>
          </a:stretch>
        </p:blipFill>
        <p:spPr>
          <a:xfrm>
            <a:off x="8593074" y="1417320"/>
            <a:ext cx="445770" cy="929932"/>
          </a:xfrm>
          <a:prstGeom prst="rect">
            <a:avLst/>
          </a:prstGeom>
        </p:spPr>
      </p:pic>
      <p:sp>
        <p:nvSpPr>
          <p:cNvPr id="42" name="Text 29"/>
          <p:cNvSpPr/>
          <p:nvPr/>
        </p:nvSpPr>
        <p:spPr>
          <a:xfrm>
            <a:off x="859307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43" name="Text 30"/>
          <p:cNvSpPr/>
          <p:nvPr/>
        </p:nvSpPr>
        <p:spPr>
          <a:xfrm>
            <a:off x="853821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44" name="Text 31"/>
          <p:cNvSpPr/>
          <p:nvPr/>
        </p:nvSpPr>
        <p:spPr>
          <a:xfrm>
            <a:off x="903884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5" name="Image 11" descr="/home/user/white-label-mockup/.screendeck/A18-thumb.png">    </p:cNvPr>
          <p:cNvPicPr>
            <a:picLocks noChangeAspect="1"/>
          </p:cNvPicPr>
          <p:nvPr/>
        </p:nvPicPr>
        <p:blipFill>
          <a:blip r:embed="rId12">
            <a:alphaModFix amt="38000"/>
          </a:blip>
          <a:stretch>
            <a:fillRect/>
          </a:stretch>
        </p:blipFill>
        <p:spPr>
          <a:xfrm>
            <a:off x="9166860" y="1417320"/>
            <a:ext cx="445770" cy="929932"/>
          </a:xfrm>
          <a:prstGeom prst="rect">
            <a:avLst/>
          </a:prstGeom>
        </p:spPr>
      </p:pic>
      <p:sp>
        <p:nvSpPr>
          <p:cNvPr id="46" name="Text 32"/>
          <p:cNvSpPr/>
          <p:nvPr/>
        </p:nvSpPr>
        <p:spPr>
          <a:xfrm>
            <a:off x="916686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47" name="Text 33"/>
          <p:cNvSpPr/>
          <p:nvPr/>
        </p:nvSpPr>
        <p:spPr>
          <a:xfrm>
            <a:off x="911199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48" name="Text 34"/>
          <p:cNvSpPr/>
          <p:nvPr/>
        </p:nvSpPr>
        <p:spPr>
          <a:xfrm>
            <a:off x="961263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9" name="Image 12" descr="/home/user/white-label-mockup/.screendeck/A19-thumb.png">    </p:cNvPr>
          <p:cNvPicPr>
            <a:picLocks noChangeAspect="1"/>
          </p:cNvPicPr>
          <p:nvPr/>
        </p:nvPicPr>
        <p:blipFill>
          <a:blip r:embed="rId13">
            <a:alphaModFix amt="38000"/>
          </a:blip>
          <a:stretch>
            <a:fillRect/>
          </a:stretch>
        </p:blipFill>
        <p:spPr>
          <a:xfrm>
            <a:off x="9740646" y="1417320"/>
            <a:ext cx="445770" cy="929932"/>
          </a:xfrm>
          <a:prstGeom prst="rect">
            <a:avLst/>
          </a:prstGeom>
        </p:spPr>
      </p:pic>
      <p:sp>
        <p:nvSpPr>
          <p:cNvPr id="50" name="Text 35"/>
          <p:cNvSpPr/>
          <p:nvPr/>
        </p:nvSpPr>
        <p:spPr>
          <a:xfrm>
            <a:off x="974064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A19</a:t>
            </a:r>
            <a:endParaRPr lang="en-US" sz="750" dirty="0"/>
          </a:p>
        </p:txBody>
      </p:sp>
      <p:sp>
        <p:nvSpPr>
          <p:cNvPr id="51" name="Text 36"/>
          <p:cNvSpPr/>
          <p:nvPr/>
        </p:nvSpPr>
        <p:spPr>
          <a:xfrm>
            <a:off x="968578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You’re ready</a:t>
            </a:r>
            <a:endParaRPr lang="en-US" sz="600" dirty="0"/>
          </a:p>
        </p:txBody>
      </p:sp>
      <p:sp>
        <p:nvSpPr>
          <p:cNvPr id="52" name="Text 37"/>
          <p:cNvSpPr/>
          <p:nvPr/>
        </p:nvSpPr>
        <p:spPr>
          <a:xfrm>
            <a:off x="3078969" y="5977366"/>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53" name="Text 38"/>
          <p:cNvSpPr/>
          <p:nvPr/>
        </p:nvSpPr>
        <p:spPr>
          <a:xfrm>
            <a:off x="3429000" y="2932468"/>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54" name="Text 39"/>
          <p:cNvSpPr/>
          <p:nvPr/>
        </p:nvSpPr>
        <p:spPr>
          <a:xfrm>
            <a:off x="3429000" y="320221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55" name="Text 40"/>
          <p:cNvSpPr/>
          <p:nvPr/>
        </p:nvSpPr>
        <p:spPr>
          <a:xfrm>
            <a:off x="3703320" y="318850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I’m not interested</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A12 Not interested</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16)</a:t>
            </a:r>
            <a:endParaRPr lang="en-US" sz="800" dirty="0"/>
          </a:p>
        </p:txBody>
      </p:sp>
      <p:sp>
        <p:nvSpPr>
          <p:cNvPr id="56" name="Text 41"/>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57" name="Text 42"/>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A12</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Not interested</a:t>
            </a:r>
            <a:endParaRPr lang="en-US" sz="2600" dirty="0"/>
          </a:p>
        </p:txBody>
      </p:sp>
      <p:pic>
        <p:nvPicPr>
          <p:cNvPr id="4" name="Image 0" descr="/home/user/white-label-mockup/.screendeck/A12.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3078969" y="3735434"/>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6" name="Text 3"/>
          <p:cNvSpPr/>
          <p:nvPr/>
        </p:nvSpPr>
        <p:spPr>
          <a:xfrm>
            <a:off x="3429000" y="1161288"/>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7" name="Text 4"/>
          <p:cNvSpPr/>
          <p:nvPr/>
        </p:nvSpPr>
        <p:spPr>
          <a:xfrm>
            <a:off x="3429000" y="143103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8" name="Text 5"/>
          <p:cNvSpPr/>
          <p:nvPr/>
        </p:nvSpPr>
        <p:spPr>
          <a:xfrm>
            <a:off x="3703320" y="141732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Other reason</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Opens a drawer to type the reason</a:t>
            </a:r>
            <a:endParaRPr lang="en-US" sz="800" dirty="0"/>
          </a:p>
        </p:txBody>
      </p:sp>
      <p:sp>
        <p:nvSpPr>
          <p:cNvPr id="9" name="Text 6"/>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10" name="Text 7"/>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A13</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Draw your fields</a:t>
            </a:r>
            <a:endParaRPr lang="en-US" sz="2600" dirty="0"/>
          </a:p>
        </p:txBody>
      </p:sp>
      <p:pic>
        <p:nvPicPr>
          <p:cNvPr id="4" name="Image 0" descr="/home/user/white-label-mockup/.screendeck/A13.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2" name="Text 7"/>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3-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4" name="Text 8"/>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5" name="Text 9"/>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6" name="Text 10"/>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8-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8" name="Text 11"/>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19" name="Text 12"/>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0" name="Text 13"/>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9-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2" name="Text 14"/>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3" name="Text 15"/>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4" name="Text 16"/>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10-thumb.png">    </p:cNvPr>
          <p:cNvPicPr>
            <a:picLocks noChangeAspect="1"/>
          </p:cNvPicPr>
          <p:nvPr/>
        </p:nvPicPr>
        <p:blipFill>
          <a:blip r:embed="rId7">
            <a:alphaModFix amt="38000"/>
          </a:blip>
          <a:stretch>
            <a:fillRect/>
          </a:stretch>
        </p:blipFill>
        <p:spPr>
          <a:xfrm>
            <a:off x="6297930" y="1417320"/>
            <a:ext cx="445770" cy="929932"/>
          </a:xfrm>
          <a:prstGeom prst="rect">
            <a:avLst/>
          </a:prstGeom>
        </p:spPr>
      </p:pic>
      <p:sp>
        <p:nvSpPr>
          <p:cNvPr id="26" name="Text 17"/>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7" name="Text 18"/>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8" name="Text 19"/>
          <p:cNvSpPr/>
          <p:nvPr/>
        </p:nvSpPr>
        <p:spPr>
          <a:xfrm>
            <a:off x="674370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11-thumb.png">    </p:cNvPr>
          <p:cNvPicPr>
            <a:picLocks noChangeAspect="1"/>
          </p:cNvPicPr>
          <p:nvPr/>
        </p:nvPicPr>
        <p:blipFill>
          <a:blip r:embed="rId8">
            <a:alphaModFix amt="38000"/>
          </a:blip>
          <a:stretch>
            <a:fillRect/>
          </a:stretch>
        </p:blipFill>
        <p:spPr>
          <a:xfrm>
            <a:off x="6871716" y="1417320"/>
            <a:ext cx="445770" cy="929932"/>
          </a:xfrm>
          <a:prstGeom prst="rect">
            <a:avLst/>
          </a:prstGeom>
        </p:spPr>
      </p:pic>
      <p:sp>
        <p:nvSpPr>
          <p:cNvPr id="30" name="Text 20"/>
          <p:cNvSpPr/>
          <p:nvPr/>
        </p:nvSpPr>
        <p:spPr>
          <a:xfrm>
            <a:off x="687171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1" name="Text 21"/>
          <p:cNvSpPr/>
          <p:nvPr/>
        </p:nvSpPr>
        <p:spPr>
          <a:xfrm>
            <a:off x="681685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2" name="Text 22"/>
          <p:cNvSpPr/>
          <p:nvPr/>
        </p:nvSpPr>
        <p:spPr>
          <a:xfrm>
            <a:off x="731748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3" name="Image 8" descr="/home/user/white-label-mockup/.screendeck/A13-thumb.png">    </p:cNvPr>
          <p:cNvPicPr>
            <a:picLocks noChangeAspect="1"/>
          </p:cNvPicPr>
          <p:nvPr/>
        </p:nvPicPr>
        <p:blipFill>
          <a:blip r:embed="rId9"/>
          <a:stretch>
            <a:fillRect/>
          </a:stretch>
        </p:blipFill>
        <p:spPr>
          <a:xfrm>
            <a:off x="7445502" y="1417320"/>
            <a:ext cx="445770" cy="929932"/>
          </a:xfrm>
          <a:prstGeom prst="rect">
            <a:avLst/>
          </a:prstGeom>
        </p:spPr>
      </p:pic>
      <p:sp>
        <p:nvSpPr>
          <p:cNvPr id="34" name="Text 23"/>
          <p:cNvSpPr/>
          <p:nvPr/>
        </p:nvSpPr>
        <p:spPr>
          <a:xfrm>
            <a:off x="7445502"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A13</a:t>
            </a:r>
            <a:endParaRPr lang="en-US" sz="750" dirty="0"/>
          </a:p>
        </p:txBody>
      </p:sp>
      <p:sp>
        <p:nvSpPr>
          <p:cNvPr id="35" name="Text 24"/>
          <p:cNvSpPr/>
          <p:nvPr/>
        </p:nvSpPr>
        <p:spPr>
          <a:xfrm>
            <a:off x="739063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Draw your fields</a:t>
            </a:r>
            <a:endParaRPr lang="en-US" sz="600" dirty="0"/>
          </a:p>
        </p:txBody>
      </p:sp>
      <p:sp>
        <p:nvSpPr>
          <p:cNvPr id="36" name="Text 25"/>
          <p:cNvSpPr/>
          <p:nvPr/>
        </p:nvSpPr>
        <p:spPr>
          <a:xfrm>
            <a:off x="789127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7" name="Image 9" descr="/home/user/white-label-mockup/.screendeck/A16-thumb.png">    </p:cNvPr>
          <p:cNvPicPr>
            <a:picLocks noChangeAspect="1"/>
          </p:cNvPicPr>
          <p:nvPr/>
        </p:nvPicPr>
        <p:blipFill>
          <a:blip r:embed="rId10">
            <a:alphaModFix amt="38000"/>
          </a:blip>
          <a:stretch>
            <a:fillRect/>
          </a:stretch>
        </p:blipFill>
        <p:spPr>
          <a:xfrm>
            <a:off x="8019288" y="1417320"/>
            <a:ext cx="445770" cy="929932"/>
          </a:xfrm>
          <a:prstGeom prst="rect">
            <a:avLst/>
          </a:prstGeom>
        </p:spPr>
      </p:pic>
      <p:sp>
        <p:nvSpPr>
          <p:cNvPr id="38" name="Text 26"/>
          <p:cNvSpPr/>
          <p:nvPr/>
        </p:nvSpPr>
        <p:spPr>
          <a:xfrm>
            <a:off x="801928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39" name="Text 27"/>
          <p:cNvSpPr/>
          <p:nvPr/>
        </p:nvSpPr>
        <p:spPr>
          <a:xfrm>
            <a:off x="796442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 fields</a:t>
            </a:r>
            <a:endParaRPr lang="en-US" sz="600" dirty="0"/>
          </a:p>
        </p:txBody>
      </p:sp>
      <p:sp>
        <p:nvSpPr>
          <p:cNvPr id="40" name="Text 28"/>
          <p:cNvSpPr/>
          <p:nvPr/>
        </p:nvSpPr>
        <p:spPr>
          <a:xfrm>
            <a:off x="846505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1" name="Image 10" descr="/home/user/white-label-mockup/.screendeck/A17-thumb.png">    </p:cNvPr>
          <p:cNvPicPr>
            <a:picLocks noChangeAspect="1"/>
          </p:cNvPicPr>
          <p:nvPr/>
        </p:nvPicPr>
        <p:blipFill>
          <a:blip r:embed="rId11">
            <a:alphaModFix amt="38000"/>
          </a:blip>
          <a:stretch>
            <a:fillRect/>
          </a:stretch>
        </p:blipFill>
        <p:spPr>
          <a:xfrm>
            <a:off x="8593074" y="1417320"/>
            <a:ext cx="445770" cy="929932"/>
          </a:xfrm>
          <a:prstGeom prst="rect">
            <a:avLst/>
          </a:prstGeom>
        </p:spPr>
      </p:pic>
      <p:sp>
        <p:nvSpPr>
          <p:cNvPr id="42" name="Text 29"/>
          <p:cNvSpPr/>
          <p:nvPr/>
        </p:nvSpPr>
        <p:spPr>
          <a:xfrm>
            <a:off x="859307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43" name="Text 30"/>
          <p:cNvSpPr/>
          <p:nvPr/>
        </p:nvSpPr>
        <p:spPr>
          <a:xfrm>
            <a:off x="853821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44" name="Text 31"/>
          <p:cNvSpPr/>
          <p:nvPr/>
        </p:nvSpPr>
        <p:spPr>
          <a:xfrm>
            <a:off x="903884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5" name="Image 11" descr="/home/user/white-label-mockup/.screendeck/A18-thumb.png">    </p:cNvPr>
          <p:cNvPicPr>
            <a:picLocks noChangeAspect="1"/>
          </p:cNvPicPr>
          <p:nvPr/>
        </p:nvPicPr>
        <p:blipFill>
          <a:blip r:embed="rId12">
            <a:alphaModFix amt="38000"/>
          </a:blip>
          <a:stretch>
            <a:fillRect/>
          </a:stretch>
        </p:blipFill>
        <p:spPr>
          <a:xfrm>
            <a:off x="9166860" y="1417320"/>
            <a:ext cx="445770" cy="929932"/>
          </a:xfrm>
          <a:prstGeom prst="rect">
            <a:avLst/>
          </a:prstGeom>
        </p:spPr>
      </p:pic>
      <p:sp>
        <p:nvSpPr>
          <p:cNvPr id="46" name="Text 32"/>
          <p:cNvSpPr/>
          <p:nvPr/>
        </p:nvSpPr>
        <p:spPr>
          <a:xfrm>
            <a:off x="916686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47" name="Text 33"/>
          <p:cNvSpPr/>
          <p:nvPr/>
        </p:nvSpPr>
        <p:spPr>
          <a:xfrm>
            <a:off x="911199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48" name="Text 34"/>
          <p:cNvSpPr/>
          <p:nvPr/>
        </p:nvSpPr>
        <p:spPr>
          <a:xfrm>
            <a:off x="961263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9" name="Image 12" descr="/home/user/white-label-mockup/.screendeck/A19-thumb.png">    </p:cNvPr>
          <p:cNvPicPr>
            <a:picLocks noChangeAspect="1"/>
          </p:cNvPicPr>
          <p:nvPr/>
        </p:nvPicPr>
        <p:blipFill>
          <a:blip r:embed="rId13">
            <a:alphaModFix amt="38000"/>
          </a:blip>
          <a:stretch>
            <a:fillRect/>
          </a:stretch>
        </p:blipFill>
        <p:spPr>
          <a:xfrm>
            <a:off x="9740646" y="1417320"/>
            <a:ext cx="445770" cy="929932"/>
          </a:xfrm>
          <a:prstGeom prst="rect">
            <a:avLst/>
          </a:prstGeom>
        </p:spPr>
      </p:pic>
      <p:sp>
        <p:nvSpPr>
          <p:cNvPr id="50" name="Text 35"/>
          <p:cNvSpPr/>
          <p:nvPr/>
        </p:nvSpPr>
        <p:spPr>
          <a:xfrm>
            <a:off x="974064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A19</a:t>
            </a:r>
            <a:endParaRPr lang="en-US" sz="750" dirty="0"/>
          </a:p>
        </p:txBody>
      </p:sp>
      <p:sp>
        <p:nvSpPr>
          <p:cNvPr id="51" name="Text 36"/>
          <p:cNvSpPr/>
          <p:nvPr/>
        </p:nvSpPr>
        <p:spPr>
          <a:xfrm>
            <a:off x="968578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You’re ready</a:t>
            </a:r>
            <a:endParaRPr lang="en-US" sz="600" dirty="0"/>
          </a:p>
        </p:txBody>
      </p:sp>
      <p:sp>
        <p:nvSpPr>
          <p:cNvPr id="52" name="Text 37"/>
          <p:cNvSpPr/>
          <p:nvPr/>
        </p:nvSpPr>
        <p:spPr>
          <a:xfrm>
            <a:off x="3078969" y="3269780"/>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53" name="Text 38"/>
          <p:cNvSpPr/>
          <p:nvPr/>
        </p:nvSpPr>
        <p:spPr>
          <a:xfrm>
            <a:off x="3078969" y="3598628"/>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54" name="Text 39"/>
          <p:cNvSpPr/>
          <p:nvPr/>
        </p:nvSpPr>
        <p:spPr>
          <a:xfrm>
            <a:off x="3078969" y="5058673"/>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55" name="Text 40"/>
          <p:cNvSpPr/>
          <p:nvPr/>
        </p:nvSpPr>
        <p:spPr>
          <a:xfrm>
            <a:off x="3078969" y="6130045"/>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56" name="Text 41"/>
          <p:cNvSpPr/>
          <p:nvPr/>
        </p:nvSpPr>
        <p:spPr>
          <a:xfrm>
            <a:off x="3429000" y="2932468"/>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57" name="Text 42"/>
          <p:cNvSpPr/>
          <p:nvPr/>
        </p:nvSpPr>
        <p:spPr>
          <a:xfrm>
            <a:off x="3429000" y="320221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58" name="Text 43"/>
          <p:cNvSpPr/>
          <p:nvPr/>
        </p:nvSpPr>
        <p:spPr>
          <a:xfrm>
            <a:off x="3703320" y="318850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Draw a field</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Adds a field to draw corner by corner</a:t>
            </a:r>
            <a:endParaRPr lang="en-US" sz="800" dirty="0"/>
          </a:p>
        </p:txBody>
      </p:sp>
      <p:sp>
        <p:nvSpPr>
          <p:cNvPr id="59" name="Text 44"/>
          <p:cNvSpPr/>
          <p:nvPr/>
        </p:nvSpPr>
        <p:spPr>
          <a:xfrm>
            <a:off x="3429000" y="347653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60" name="Text 45"/>
          <p:cNvSpPr/>
          <p:nvPr/>
        </p:nvSpPr>
        <p:spPr>
          <a:xfrm>
            <a:off x="3703320" y="346282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Round field</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Adds a round field: tap its centre, drag its edge</a:t>
            </a:r>
            <a:endParaRPr lang="en-US" sz="800" dirty="0"/>
          </a:p>
        </p:txBody>
      </p:sp>
      <p:sp>
        <p:nvSpPr>
          <p:cNvPr id="61" name="Text 46"/>
          <p:cNvSpPr/>
          <p:nvPr/>
        </p:nvSpPr>
        <p:spPr>
          <a:xfrm>
            <a:off x="3429000" y="375085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62" name="Text 47"/>
          <p:cNvSpPr/>
          <p:nvPr/>
        </p:nvSpPr>
        <p:spPr>
          <a:xfrm>
            <a:off x="3703320" y="373714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Your fields</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Folds the list of fields away, and opens it again</a:t>
            </a:r>
            <a:endParaRPr lang="en-US" sz="800" dirty="0"/>
          </a:p>
        </p:txBody>
      </p:sp>
      <p:sp>
        <p:nvSpPr>
          <p:cNvPr id="63" name="Text 48"/>
          <p:cNvSpPr/>
          <p:nvPr/>
        </p:nvSpPr>
        <p:spPr>
          <a:xfrm>
            <a:off x="3429000" y="402517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64" name="Text 49"/>
          <p:cNvSpPr/>
          <p:nvPr/>
        </p:nvSpPr>
        <p:spPr>
          <a:xfrm>
            <a:off x="3703320" y="401146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Continue to quote</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A16 Your fields</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18)</a:t>
            </a:r>
            <a:endParaRPr lang="en-US" sz="800" dirty="0"/>
          </a:p>
        </p:txBody>
      </p:sp>
      <p:sp>
        <p:nvSpPr>
          <p:cNvPr id="65" name="Text 50"/>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66" name="Text 51"/>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A16</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Your fields</a:t>
            </a:r>
            <a:endParaRPr lang="en-US" sz="2600" dirty="0"/>
          </a:p>
        </p:txBody>
      </p:sp>
      <p:pic>
        <p:nvPicPr>
          <p:cNvPr id="4" name="Image 0" descr="/home/user/white-label-mockup/.screendeck/A16.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60% of this screen is shown above</a:t>
            </a:r>
            <a:endParaRPr lang="en-US" sz="800" dirty="0"/>
          </a:p>
        </p:txBody>
      </p:sp>
      <p:pic>
        <p:nvPicPr>
          <p:cNvPr id="6" name="Image 1" descr="/home/user/white-label-mockup/.screendeck/A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A2-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A3-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7" name="Text 11"/>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A8-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9" name="Text 12"/>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20" name="Text 13"/>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1" name="Text 14"/>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2" name="Image 5" descr="/home/user/white-label-mockup/.screendeck/A9-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3" name="Text 15"/>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4" name="Text 16"/>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5" name="Text 17"/>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6" name="Image 6" descr="/home/user/white-label-mockup/.screendeck/A10-thumb.png">    </p:cNvPr>
          <p:cNvPicPr>
            <a:picLocks noChangeAspect="1"/>
          </p:cNvPicPr>
          <p:nvPr/>
        </p:nvPicPr>
        <p:blipFill>
          <a:blip r:embed="rId7">
            <a:alphaModFix amt="38000"/>
          </a:blip>
          <a:stretch>
            <a:fillRect/>
          </a:stretch>
        </p:blipFill>
        <p:spPr>
          <a:xfrm>
            <a:off x="6297930" y="1417320"/>
            <a:ext cx="445770" cy="929932"/>
          </a:xfrm>
          <a:prstGeom prst="rect">
            <a:avLst/>
          </a:prstGeom>
        </p:spPr>
      </p:pic>
      <p:sp>
        <p:nvSpPr>
          <p:cNvPr id="27" name="Text 18"/>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8" name="Text 19"/>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9" name="Text 20"/>
          <p:cNvSpPr/>
          <p:nvPr/>
        </p:nvSpPr>
        <p:spPr>
          <a:xfrm>
            <a:off x="674370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0" name="Image 7" descr="/home/user/white-label-mockup/.screendeck/A11-thumb.png">    </p:cNvPr>
          <p:cNvPicPr>
            <a:picLocks noChangeAspect="1"/>
          </p:cNvPicPr>
          <p:nvPr/>
        </p:nvPicPr>
        <p:blipFill>
          <a:blip r:embed="rId8">
            <a:alphaModFix amt="38000"/>
          </a:blip>
          <a:stretch>
            <a:fillRect/>
          </a:stretch>
        </p:blipFill>
        <p:spPr>
          <a:xfrm>
            <a:off x="6871716" y="1417320"/>
            <a:ext cx="445770" cy="929932"/>
          </a:xfrm>
          <a:prstGeom prst="rect">
            <a:avLst/>
          </a:prstGeom>
        </p:spPr>
      </p:pic>
      <p:sp>
        <p:nvSpPr>
          <p:cNvPr id="31" name="Text 21"/>
          <p:cNvSpPr/>
          <p:nvPr/>
        </p:nvSpPr>
        <p:spPr>
          <a:xfrm>
            <a:off x="687171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2" name="Text 22"/>
          <p:cNvSpPr/>
          <p:nvPr/>
        </p:nvSpPr>
        <p:spPr>
          <a:xfrm>
            <a:off x="681685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3" name="Text 23"/>
          <p:cNvSpPr/>
          <p:nvPr/>
        </p:nvSpPr>
        <p:spPr>
          <a:xfrm>
            <a:off x="731748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4" name="Image 8" descr="/home/user/white-label-mockup/.screendeck/A13-thumb.png">    </p:cNvPr>
          <p:cNvPicPr>
            <a:picLocks noChangeAspect="1"/>
          </p:cNvPicPr>
          <p:nvPr/>
        </p:nvPicPr>
        <p:blipFill>
          <a:blip r:embed="rId9">
            <a:alphaModFix amt="38000"/>
          </a:blip>
          <a:stretch>
            <a:fillRect/>
          </a:stretch>
        </p:blipFill>
        <p:spPr>
          <a:xfrm>
            <a:off x="7445502" y="1417320"/>
            <a:ext cx="445770" cy="929932"/>
          </a:xfrm>
          <a:prstGeom prst="rect">
            <a:avLst/>
          </a:prstGeom>
        </p:spPr>
      </p:pic>
      <p:sp>
        <p:nvSpPr>
          <p:cNvPr id="35" name="Text 24"/>
          <p:cNvSpPr/>
          <p:nvPr/>
        </p:nvSpPr>
        <p:spPr>
          <a:xfrm>
            <a:off x="744550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6" name="Text 25"/>
          <p:cNvSpPr/>
          <p:nvPr/>
        </p:nvSpPr>
        <p:spPr>
          <a:xfrm>
            <a:off x="739063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fields</a:t>
            </a:r>
            <a:endParaRPr lang="en-US" sz="600" dirty="0"/>
          </a:p>
        </p:txBody>
      </p:sp>
      <p:sp>
        <p:nvSpPr>
          <p:cNvPr id="37" name="Text 26"/>
          <p:cNvSpPr/>
          <p:nvPr/>
        </p:nvSpPr>
        <p:spPr>
          <a:xfrm>
            <a:off x="789127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8" name="Image 9" descr="/home/user/white-label-mockup/.screendeck/A16-thumb.png">    </p:cNvPr>
          <p:cNvPicPr>
            <a:picLocks noChangeAspect="1"/>
          </p:cNvPicPr>
          <p:nvPr/>
        </p:nvPicPr>
        <p:blipFill>
          <a:blip r:embed="rId10"/>
          <a:stretch>
            <a:fillRect/>
          </a:stretch>
        </p:blipFill>
        <p:spPr>
          <a:xfrm>
            <a:off x="8019288" y="1417320"/>
            <a:ext cx="445770" cy="929932"/>
          </a:xfrm>
          <a:prstGeom prst="rect">
            <a:avLst/>
          </a:prstGeom>
        </p:spPr>
      </p:pic>
      <p:sp>
        <p:nvSpPr>
          <p:cNvPr id="39" name="Text 27"/>
          <p:cNvSpPr/>
          <p:nvPr/>
        </p:nvSpPr>
        <p:spPr>
          <a:xfrm>
            <a:off x="8019288"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A16</a:t>
            </a:r>
            <a:endParaRPr lang="en-US" sz="750" dirty="0"/>
          </a:p>
        </p:txBody>
      </p:sp>
      <p:sp>
        <p:nvSpPr>
          <p:cNvPr id="40" name="Text 28"/>
          <p:cNvSpPr/>
          <p:nvPr/>
        </p:nvSpPr>
        <p:spPr>
          <a:xfrm>
            <a:off x="796442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Your fields</a:t>
            </a:r>
            <a:endParaRPr lang="en-US" sz="600" dirty="0"/>
          </a:p>
        </p:txBody>
      </p:sp>
      <p:sp>
        <p:nvSpPr>
          <p:cNvPr id="41" name="Text 29"/>
          <p:cNvSpPr/>
          <p:nvPr/>
        </p:nvSpPr>
        <p:spPr>
          <a:xfrm>
            <a:off x="846505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2" name="Image 10" descr="/home/user/white-label-mockup/.screendeck/A17-thumb.png">    </p:cNvPr>
          <p:cNvPicPr>
            <a:picLocks noChangeAspect="1"/>
          </p:cNvPicPr>
          <p:nvPr/>
        </p:nvPicPr>
        <p:blipFill>
          <a:blip r:embed="rId11">
            <a:alphaModFix amt="38000"/>
          </a:blip>
          <a:stretch>
            <a:fillRect/>
          </a:stretch>
        </p:blipFill>
        <p:spPr>
          <a:xfrm>
            <a:off x="8593074" y="1417320"/>
            <a:ext cx="445770" cy="929932"/>
          </a:xfrm>
          <a:prstGeom prst="rect">
            <a:avLst/>
          </a:prstGeom>
        </p:spPr>
      </p:pic>
      <p:sp>
        <p:nvSpPr>
          <p:cNvPr id="43" name="Text 30"/>
          <p:cNvSpPr/>
          <p:nvPr/>
        </p:nvSpPr>
        <p:spPr>
          <a:xfrm>
            <a:off x="859307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44" name="Text 31"/>
          <p:cNvSpPr/>
          <p:nvPr/>
        </p:nvSpPr>
        <p:spPr>
          <a:xfrm>
            <a:off x="853821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45" name="Text 32"/>
          <p:cNvSpPr/>
          <p:nvPr/>
        </p:nvSpPr>
        <p:spPr>
          <a:xfrm>
            <a:off x="903884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6" name="Image 11" descr="/home/user/white-label-mockup/.screendeck/A18-thumb.png">    </p:cNvPr>
          <p:cNvPicPr>
            <a:picLocks noChangeAspect="1"/>
          </p:cNvPicPr>
          <p:nvPr/>
        </p:nvPicPr>
        <p:blipFill>
          <a:blip r:embed="rId12">
            <a:alphaModFix amt="38000"/>
          </a:blip>
          <a:stretch>
            <a:fillRect/>
          </a:stretch>
        </p:blipFill>
        <p:spPr>
          <a:xfrm>
            <a:off x="9166860" y="1417320"/>
            <a:ext cx="445770" cy="929932"/>
          </a:xfrm>
          <a:prstGeom prst="rect">
            <a:avLst/>
          </a:prstGeom>
        </p:spPr>
      </p:pic>
      <p:sp>
        <p:nvSpPr>
          <p:cNvPr id="47" name="Text 33"/>
          <p:cNvSpPr/>
          <p:nvPr/>
        </p:nvSpPr>
        <p:spPr>
          <a:xfrm>
            <a:off x="916686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48" name="Text 34"/>
          <p:cNvSpPr/>
          <p:nvPr/>
        </p:nvSpPr>
        <p:spPr>
          <a:xfrm>
            <a:off x="911199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49" name="Text 35"/>
          <p:cNvSpPr/>
          <p:nvPr/>
        </p:nvSpPr>
        <p:spPr>
          <a:xfrm>
            <a:off x="961263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50" name="Image 12" descr="/home/user/white-label-mockup/.screendeck/A19-thumb.png">    </p:cNvPr>
          <p:cNvPicPr>
            <a:picLocks noChangeAspect="1"/>
          </p:cNvPicPr>
          <p:nvPr/>
        </p:nvPicPr>
        <p:blipFill>
          <a:blip r:embed="rId13">
            <a:alphaModFix amt="38000"/>
          </a:blip>
          <a:stretch>
            <a:fillRect/>
          </a:stretch>
        </p:blipFill>
        <p:spPr>
          <a:xfrm>
            <a:off x="9740646" y="1417320"/>
            <a:ext cx="445770" cy="929932"/>
          </a:xfrm>
          <a:prstGeom prst="rect">
            <a:avLst/>
          </a:prstGeom>
        </p:spPr>
      </p:pic>
      <p:sp>
        <p:nvSpPr>
          <p:cNvPr id="51" name="Text 36"/>
          <p:cNvSpPr/>
          <p:nvPr/>
        </p:nvSpPr>
        <p:spPr>
          <a:xfrm>
            <a:off x="974064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A19</a:t>
            </a:r>
            <a:endParaRPr lang="en-US" sz="750" dirty="0"/>
          </a:p>
        </p:txBody>
      </p:sp>
      <p:sp>
        <p:nvSpPr>
          <p:cNvPr id="52" name="Text 37"/>
          <p:cNvSpPr/>
          <p:nvPr/>
        </p:nvSpPr>
        <p:spPr>
          <a:xfrm>
            <a:off x="968578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You’re ready</a:t>
            </a:r>
            <a:endParaRPr lang="en-US" sz="600" dirty="0"/>
          </a:p>
        </p:txBody>
      </p:sp>
      <p:sp>
        <p:nvSpPr>
          <p:cNvPr id="53" name="Text 38"/>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54" name="Image 13" descr="/home/user/white-label-mockup/.screendeck/A16-tail.jpg">    </p:cNvPr>
          <p:cNvPicPr>
            <a:picLocks noChangeAspect="1"/>
          </p:cNvPicPr>
          <p:nvPr/>
        </p:nvPicPr>
        <p:blipFill>
          <a:blip r:embed="rId14"/>
          <a:stretch>
            <a:fillRect/>
          </a:stretch>
        </p:blipFill>
        <p:spPr>
          <a:xfrm>
            <a:off x="3429000" y="3188500"/>
            <a:ext cx="1521864" cy="3174797"/>
          </a:xfrm>
          <a:prstGeom prst="rect">
            <a:avLst/>
          </a:prstGeom>
        </p:spPr>
      </p:pic>
      <p:sp>
        <p:nvSpPr>
          <p:cNvPr id="55" name="Text 39"/>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56" name="Text 40"/>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A17</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Service plans</a:t>
            </a:r>
            <a:endParaRPr lang="en-US" sz="2600" dirty="0"/>
          </a:p>
        </p:txBody>
      </p:sp>
      <p:pic>
        <p:nvPicPr>
          <p:cNvPr id="4" name="Image 0" descr="/home/user/white-label-mockup/.screendeck/A17.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70% of this screen is shown above</a:t>
            </a:r>
            <a:endParaRPr lang="en-US" sz="800" dirty="0"/>
          </a:p>
        </p:txBody>
      </p:sp>
      <p:pic>
        <p:nvPicPr>
          <p:cNvPr id="6" name="Image 1" descr="/home/user/white-label-mockup/.screendeck/A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A2-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A3-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7" name="Text 11"/>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A8-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9" name="Text 12"/>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20" name="Text 13"/>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1" name="Text 14"/>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2" name="Image 5" descr="/home/user/white-label-mockup/.screendeck/A9-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3" name="Text 15"/>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4" name="Text 16"/>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5" name="Text 17"/>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6" name="Image 6" descr="/home/user/white-label-mockup/.screendeck/A10-thumb.png">    </p:cNvPr>
          <p:cNvPicPr>
            <a:picLocks noChangeAspect="1"/>
          </p:cNvPicPr>
          <p:nvPr/>
        </p:nvPicPr>
        <p:blipFill>
          <a:blip r:embed="rId7">
            <a:alphaModFix amt="38000"/>
          </a:blip>
          <a:stretch>
            <a:fillRect/>
          </a:stretch>
        </p:blipFill>
        <p:spPr>
          <a:xfrm>
            <a:off x="6297930" y="1417320"/>
            <a:ext cx="445770" cy="929932"/>
          </a:xfrm>
          <a:prstGeom prst="rect">
            <a:avLst/>
          </a:prstGeom>
        </p:spPr>
      </p:pic>
      <p:sp>
        <p:nvSpPr>
          <p:cNvPr id="27" name="Text 18"/>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8" name="Text 19"/>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9" name="Text 20"/>
          <p:cNvSpPr/>
          <p:nvPr/>
        </p:nvSpPr>
        <p:spPr>
          <a:xfrm>
            <a:off x="674370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0" name="Image 7" descr="/home/user/white-label-mockup/.screendeck/A11-thumb.png">    </p:cNvPr>
          <p:cNvPicPr>
            <a:picLocks noChangeAspect="1"/>
          </p:cNvPicPr>
          <p:nvPr/>
        </p:nvPicPr>
        <p:blipFill>
          <a:blip r:embed="rId8">
            <a:alphaModFix amt="38000"/>
          </a:blip>
          <a:stretch>
            <a:fillRect/>
          </a:stretch>
        </p:blipFill>
        <p:spPr>
          <a:xfrm>
            <a:off x="6871716" y="1417320"/>
            <a:ext cx="445770" cy="929932"/>
          </a:xfrm>
          <a:prstGeom prst="rect">
            <a:avLst/>
          </a:prstGeom>
        </p:spPr>
      </p:pic>
      <p:sp>
        <p:nvSpPr>
          <p:cNvPr id="31" name="Text 21"/>
          <p:cNvSpPr/>
          <p:nvPr/>
        </p:nvSpPr>
        <p:spPr>
          <a:xfrm>
            <a:off x="687171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2" name="Text 22"/>
          <p:cNvSpPr/>
          <p:nvPr/>
        </p:nvSpPr>
        <p:spPr>
          <a:xfrm>
            <a:off x="681685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3" name="Text 23"/>
          <p:cNvSpPr/>
          <p:nvPr/>
        </p:nvSpPr>
        <p:spPr>
          <a:xfrm>
            <a:off x="731748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4" name="Image 8" descr="/home/user/white-label-mockup/.screendeck/A13-thumb.png">    </p:cNvPr>
          <p:cNvPicPr>
            <a:picLocks noChangeAspect="1"/>
          </p:cNvPicPr>
          <p:nvPr/>
        </p:nvPicPr>
        <p:blipFill>
          <a:blip r:embed="rId9">
            <a:alphaModFix amt="38000"/>
          </a:blip>
          <a:stretch>
            <a:fillRect/>
          </a:stretch>
        </p:blipFill>
        <p:spPr>
          <a:xfrm>
            <a:off x="7445502" y="1417320"/>
            <a:ext cx="445770" cy="929932"/>
          </a:xfrm>
          <a:prstGeom prst="rect">
            <a:avLst/>
          </a:prstGeom>
        </p:spPr>
      </p:pic>
      <p:sp>
        <p:nvSpPr>
          <p:cNvPr id="35" name="Text 24"/>
          <p:cNvSpPr/>
          <p:nvPr/>
        </p:nvSpPr>
        <p:spPr>
          <a:xfrm>
            <a:off x="744550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6" name="Text 25"/>
          <p:cNvSpPr/>
          <p:nvPr/>
        </p:nvSpPr>
        <p:spPr>
          <a:xfrm>
            <a:off x="739063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fields</a:t>
            </a:r>
            <a:endParaRPr lang="en-US" sz="600" dirty="0"/>
          </a:p>
        </p:txBody>
      </p:sp>
      <p:sp>
        <p:nvSpPr>
          <p:cNvPr id="37" name="Text 26"/>
          <p:cNvSpPr/>
          <p:nvPr/>
        </p:nvSpPr>
        <p:spPr>
          <a:xfrm>
            <a:off x="789127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8" name="Image 9" descr="/home/user/white-label-mockup/.screendeck/A16-thumb.png">    </p:cNvPr>
          <p:cNvPicPr>
            <a:picLocks noChangeAspect="1"/>
          </p:cNvPicPr>
          <p:nvPr/>
        </p:nvPicPr>
        <p:blipFill>
          <a:blip r:embed="rId10">
            <a:alphaModFix amt="38000"/>
          </a:blip>
          <a:stretch>
            <a:fillRect/>
          </a:stretch>
        </p:blipFill>
        <p:spPr>
          <a:xfrm>
            <a:off x="8019288" y="1417320"/>
            <a:ext cx="445770" cy="929932"/>
          </a:xfrm>
          <a:prstGeom prst="rect">
            <a:avLst/>
          </a:prstGeom>
        </p:spPr>
      </p:pic>
      <p:sp>
        <p:nvSpPr>
          <p:cNvPr id="39" name="Text 27"/>
          <p:cNvSpPr/>
          <p:nvPr/>
        </p:nvSpPr>
        <p:spPr>
          <a:xfrm>
            <a:off x="801928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40" name="Text 28"/>
          <p:cNvSpPr/>
          <p:nvPr/>
        </p:nvSpPr>
        <p:spPr>
          <a:xfrm>
            <a:off x="796442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 fields</a:t>
            </a:r>
            <a:endParaRPr lang="en-US" sz="600" dirty="0"/>
          </a:p>
        </p:txBody>
      </p:sp>
      <p:sp>
        <p:nvSpPr>
          <p:cNvPr id="41" name="Text 29"/>
          <p:cNvSpPr/>
          <p:nvPr/>
        </p:nvSpPr>
        <p:spPr>
          <a:xfrm>
            <a:off x="846505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2" name="Image 10" descr="/home/user/white-label-mockup/.screendeck/A17-thumb.png">    </p:cNvPr>
          <p:cNvPicPr>
            <a:picLocks noChangeAspect="1"/>
          </p:cNvPicPr>
          <p:nvPr/>
        </p:nvPicPr>
        <p:blipFill>
          <a:blip r:embed="rId11"/>
          <a:stretch>
            <a:fillRect/>
          </a:stretch>
        </p:blipFill>
        <p:spPr>
          <a:xfrm>
            <a:off x="8593074" y="1417320"/>
            <a:ext cx="445770" cy="929932"/>
          </a:xfrm>
          <a:prstGeom prst="rect">
            <a:avLst/>
          </a:prstGeom>
        </p:spPr>
      </p:pic>
      <p:sp>
        <p:nvSpPr>
          <p:cNvPr id="43" name="Text 30"/>
          <p:cNvSpPr/>
          <p:nvPr/>
        </p:nvSpPr>
        <p:spPr>
          <a:xfrm>
            <a:off x="8593074"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A17</a:t>
            </a:r>
            <a:endParaRPr lang="en-US" sz="750" dirty="0"/>
          </a:p>
        </p:txBody>
      </p:sp>
      <p:sp>
        <p:nvSpPr>
          <p:cNvPr id="44" name="Text 31"/>
          <p:cNvSpPr/>
          <p:nvPr/>
        </p:nvSpPr>
        <p:spPr>
          <a:xfrm>
            <a:off x="853821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Service plans</a:t>
            </a:r>
            <a:endParaRPr lang="en-US" sz="600" dirty="0"/>
          </a:p>
        </p:txBody>
      </p:sp>
      <p:sp>
        <p:nvSpPr>
          <p:cNvPr id="45" name="Text 32"/>
          <p:cNvSpPr/>
          <p:nvPr/>
        </p:nvSpPr>
        <p:spPr>
          <a:xfrm>
            <a:off x="903884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6" name="Image 11" descr="/home/user/white-label-mockup/.screendeck/A18-thumb.png">    </p:cNvPr>
          <p:cNvPicPr>
            <a:picLocks noChangeAspect="1"/>
          </p:cNvPicPr>
          <p:nvPr/>
        </p:nvPicPr>
        <p:blipFill>
          <a:blip r:embed="rId12">
            <a:alphaModFix amt="38000"/>
          </a:blip>
          <a:stretch>
            <a:fillRect/>
          </a:stretch>
        </p:blipFill>
        <p:spPr>
          <a:xfrm>
            <a:off x="9166860" y="1417320"/>
            <a:ext cx="445770" cy="929932"/>
          </a:xfrm>
          <a:prstGeom prst="rect">
            <a:avLst/>
          </a:prstGeom>
        </p:spPr>
      </p:pic>
      <p:sp>
        <p:nvSpPr>
          <p:cNvPr id="47" name="Text 33"/>
          <p:cNvSpPr/>
          <p:nvPr/>
        </p:nvSpPr>
        <p:spPr>
          <a:xfrm>
            <a:off x="916686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48" name="Text 34"/>
          <p:cNvSpPr/>
          <p:nvPr/>
        </p:nvSpPr>
        <p:spPr>
          <a:xfrm>
            <a:off x="911199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49" name="Text 35"/>
          <p:cNvSpPr/>
          <p:nvPr/>
        </p:nvSpPr>
        <p:spPr>
          <a:xfrm>
            <a:off x="961263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50" name="Image 12" descr="/home/user/white-label-mockup/.screendeck/A19-thumb.png">    </p:cNvPr>
          <p:cNvPicPr>
            <a:picLocks noChangeAspect="1"/>
          </p:cNvPicPr>
          <p:nvPr/>
        </p:nvPicPr>
        <p:blipFill>
          <a:blip r:embed="rId13">
            <a:alphaModFix amt="38000"/>
          </a:blip>
          <a:stretch>
            <a:fillRect/>
          </a:stretch>
        </p:blipFill>
        <p:spPr>
          <a:xfrm>
            <a:off x="9740646" y="1417320"/>
            <a:ext cx="445770" cy="929932"/>
          </a:xfrm>
          <a:prstGeom prst="rect">
            <a:avLst/>
          </a:prstGeom>
        </p:spPr>
      </p:pic>
      <p:sp>
        <p:nvSpPr>
          <p:cNvPr id="51" name="Text 36"/>
          <p:cNvSpPr/>
          <p:nvPr/>
        </p:nvSpPr>
        <p:spPr>
          <a:xfrm>
            <a:off x="974064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A19</a:t>
            </a:r>
            <a:endParaRPr lang="en-US" sz="750" dirty="0"/>
          </a:p>
        </p:txBody>
      </p:sp>
      <p:sp>
        <p:nvSpPr>
          <p:cNvPr id="52" name="Text 37"/>
          <p:cNvSpPr/>
          <p:nvPr/>
        </p:nvSpPr>
        <p:spPr>
          <a:xfrm>
            <a:off x="968578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You’re ready</a:t>
            </a:r>
            <a:endParaRPr lang="en-US" sz="600" dirty="0"/>
          </a:p>
        </p:txBody>
      </p:sp>
      <p:sp>
        <p:nvSpPr>
          <p:cNvPr id="53" name="Text 38"/>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54" name="Image 13" descr="/home/user/white-label-mockup/.screendeck/A17-tail.jpg">    </p:cNvPr>
          <p:cNvPicPr>
            <a:picLocks noChangeAspect="1"/>
          </p:cNvPicPr>
          <p:nvPr/>
        </p:nvPicPr>
        <p:blipFill>
          <a:blip r:embed="rId14"/>
          <a:stretch>
            <a:fillRect/>
          </a:stretch>
        </p:blipFill>
        <p:spPr>
          <a:xfrm>
            <a:off x="3429000" y="3188500"/>
            <a:ext cx="1521864" cy="3174797"/>
          </a:xfrm>
          <a:prstGeom prst="rect">
            <a:avLst/>
          </a:prstGeom>
        </p:spPr>
      </p:pic>
      <p:sp>
        <p:nvSpPr>
          <p:cNvPr id="55" name="Text 39"/>
          <p:cNvSpPr/>
          <p:nvPr/>
        </p:nvSpPr>
        <p:spPr>
          <a:xfrm>
            <a:off x="3078969" y="5977366"/>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56" name="Text 40"/>
          <p:cNvSpPr/>
          <p:nvPr/>
        </p:nvSpPr>
        <p:spPr>
          <a:xfrm>
            <a:off x="5261760" y="2932468"/>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57" name="Text 41"/>
          <p:cNvSpPr/>
          <p:nvPr/>
        </p:nvSpPr>
        <p:spPr>
          <a:xfrm>
            <a:off x="5261760" y="320221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58" name="Text 42"/>
          <p:cNvSpPr/>
          <p:nvPr/>
        </p:nvSpPr>
        <p:spPr>
          <a:xfrm>
            <a:off x="5536080" y="318850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Start free trial</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A18 Confirm subscription</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20)</a:t>
            </a:r>
            <a:endParaRPr lang="en-US" sz="800" dirty="0"/>
          </a:p>
        </p:txBody>
      </p:sp>
      <p:sp>
        <p:nvSpPr>
          <p:cNvPr id="59" name="Text 43"/>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60" name="Text 44"/>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A18</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Confirm subscription</a:t>
            </a:r>
            <a:endParaRPr lang="en-US" sz="2600" dirty="0"/>
          </a:p>
        </p:txBody>
      </p:sp>
      <p:pic>
        <p:nvPicPr>
          <p:cNvPr id="4" name="Image 0" descr="/home/user/white-label-mockup/.screendeck/A18.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2" name="Text 7"/>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3-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4" name="Text 8"/>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5" name="Text 9"/>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6" name="Text 10"/>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8-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8" name="Text 11"/>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19" name="Text 12"/>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0" name="Text 13"/>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9-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2" name="Text 14"/>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3" name="Text 15"/>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4" name="Text 16"/>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10-thumb.png">    </p:cNvPr>
          <p:cNvPicPr>
            <a:picLocks noChangeAspect="1"/>
          </p:cNvPicPr>
          <p:nvPr/>
        </p:nvPicPr>
        <p:blipFill>
          <a:blip r:embed="rId7">
            <a:alphaModFix amt="38000"/>
          </a:blip>
          <a:stretch>
            <a:fillRect/>
          </a:stretch>
        </p:blipFill>
        <p:spPr>
          <a:xfrm>
            <a:off x="6297930" y="1417320"/>
            <a:ext cx="445770" cy="929932"/>
          </a:xfrm>
          <a:prstGeom prst="rect">
            <a:avLst/>
          </a:prstGeom>
        </p:spPr>
      </p:pic>
      <p:sp>
        <p:nvSpPr>
          <p:cNvPr id="26" name="Text 17"/>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7" name="Text 18"/>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8" name="Text 19"/>
          <p:cNvSpPr/>
          <p:nvPr/>
        </p:nvSpPr>
        <p:spPr>
          <a:xfrm>
            <a:off x="674370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11-thumb.png">    </p:cNvPr>
          <p:cNvPicPr>
            <a:picLocks noChangeAspect="1"/>
          </p:cNvPicPr>
          <p:nvPr/>
        </p:nvPicPr>
        <p:blipFill>
          <a:blip r:embed="rId8">
            <a:alphaModFix amt="38000"/>
          </a:blip>
          <a:stretch>
            <a:fillRect/>
          </a:stretch>
        </p:blipFill>
        <p:spPr>
          <a:xfrm>
            <a:off x="6871716" y="1417320"/>
            <a:ext cx="445770" cy="929932"/>
          </a:xfrm>
          <a:prstGeom prst="rect">
            <a:avLst/>
          </a:prstGeom>
        </p:spPr>
      </p:pic>
      <p:sp>
        <p:nvSpPr>
          <p:cNvPr id="30" name="Text 20"/>
          <p:cNvSpPr/>
          <p:nvPr/>
        </p:nvSpPr>
        <p:spPr>
          <a:xfrm>
            <a:off x="687171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1" name="Text 21"/>
          <p:cNvSpPr/>
          <p:nvPr/>
        </p:nvSpPr>
        <p:spPr>
          <a:xfrm>
            <a:off x="681685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2" name="Text 22"/>
          <p:cNvSpPr/>
          <p:nvPr/>
        </p:nvSpPr>
        <p:spPr>
          <a:xfrm>
            <a:off x="731748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3" name="Image 8" descr="/home/user/white-label-mockup/.screendeck/A13-thumb.png">    </p:cNvPr>
          <p:cNvPicPr>
            <a:picLocks noChangeAspect="1"/>
          </p:cNvPicPr>
          <p:nvPr/>
        </p:nvPicPr>
        <p:blipFill>
          <a:blip r:embed="rId9">
            <a:alphaModFix amt="38000"/>
          </a:blip>
          <a:stretch>
            <a:fillRect/>
          </a:stretch>
        </p:blipFill>
        <p:spPr>
          <a:xfrm>
            <a:off x="7445502" y="1417320"/>
            <a:ext cx="445770" cy="929932"/>
          </a:xfrm>
          <a:prstGeom prst="rect">
            <a:avLst/>
          </a:prstGeom>
        </p:spPr>
      </p:pic>
      <p:sp>
        <p:nvSpPr>
          <p:cNvPr id="34" name="Text 23"/>
          <p:cNvSpPr/>
          <p:nvPr/>
        </p:nvSpPr>
        <p:spPr>
          <a:xfrm>
            <a:off x="744550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5" name="Text 24"/>
          <p:cNvSpPr/>
          <p:nvPr/>
        </p:nvSpPr>
        <p:spPr>
          <a:xfrm>
            <a:off x="739063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fields</a:t>
            </a:r>
            <a:endParaRPr lang="en-US" sz="600" dirty="0"/>
          </a:p>
        </p:txBody>
      </p:sp>
      <p:sp>
        <p:nvSpPr>
          <p:cNvPr id="36" name="Text 25"/>
          <p:cNvSpPr/>
          <p:nvPr/>
        </p:nvSpPr>
        <p:spPr>
          <a:xfrm>
            <a:off x="789127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7" name="Image 9" descr="/home/user/white-label-mockup/.screendeck/A16-thumb.png">    </p:cNvPr>
          <p:cNvPicPr>
            <a:picLocks noChangeAspect="1"/>
          </p:cNvPicPr>
          <p:nvPr/>
        </p:nvPicPr>
        <p:blipFill>
          <a:blip r:embed="rId10">
            <a:alphaModFix amt="38000"/>
          </a:blip>
          <a:stretch>
            <a:fillRect/>
          </a:stretch>
        </p:blipFill>
        <p:spPr>
          <a:xfrm>
            <a:off x="8019288" y="1417320"/>
            <a:ext cx="445770" cy="929932"/>
          </a:xfrm>
          <a:prstGeom prst="rect">
            <a:avLst/>
          </a:prstGeom>
        </p:spPr>
      </p:pic>
      <p:sp>
        <p:nvSpPr>
          <p:cNvPr id="38" name="Text 26"/>
          <p:cNvSpPr/>
          <p:nvPr/>
        </p:nvSpPr>
        <p:spPr>
          <a:xfrm>
            <a:off x="801928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39" name="Text 27"/>
          <p:cNvSpPr/>
          <p:nvPr/>
        </p:nvSpPr>
        <p:spPr>
          <a:xfrm>
            <a:off x="796442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 fields</a:t>
            </a:r>
            <a:endParaRPr lang="en-US" sz="600" dirty="0"/>
          </a:p>
        </p:txBody>
      </p:sp>
      <p:sp>
        <p:nvSpPr>
          <p:cNvPr id="40" name="Text 28"/>
          <p:cNvSpPr/>
          <p:nvPr/>
        </p:nvSpPr>
        <p:spPr>
          <a:xfrm>
            <a:off x="846505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1" name="Image 10" descr="/home/user/white-label-mockup/.screendeck/A17-thumb.png">    </p:cNvPr>
          <p:cNvPicPr>
            <a:picLocks noChangeAspect="1"/>
          </p:cNvPicPr>
          <p:nvPr/>
        </p:nvPicPr>
        <p:blipFill>
          <a:blip r:embed="rId11">
            <a:alphaModFix amt="38000"/>
          </a:blip>
          <a:stretch>
            <a:fillRect/>
          </a:stretch>
        </p:blipFill>
        <p:spPr>
          <a:xfrm>
            <a:off x="8593074" y="1417320"/>
            <a:ext cx="445770" cy="929932"/>
          </a:xfrm>
          <a:prstGeom prst="rect">
            <a:avLst/>
          </a:prstGeom>
        </p:spPr>
      </p:pic>
      <p:sp>
        <p:nvSpPr>
          <p:cNvPr id="42" name="Text 29"/>
          <p:cNvSpPr/>
          <p:nvPr/>
        </p:nvSpPr>
        <p:spPr>
          <a:xfrm>
            <a:off x="859307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43" name="Text 30"/>
          <p:cNvSpPr/>
          <p:nvPr/>
        </p:nvSpPr>
        <p:spPr>
          <a:xfrm>
            <a:off x="853821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44" name="Text 31"/>
          <p:cNvSpPr/>
          <p:nvPr/>
        </p:nvSpPr>
        <p:spPr>
          <a:xfrm>
            <a:off x="903884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5" name="Image 11" descr="/home/user/white-label-mockup/.screendeck/A18-thumb.png">    </p:cNvPr>
          <p:cNvPicPr>
            <a:picLocks noChangeAspect="1"/>
          </p:cNvPicPr>
          <p:nvPr/>
        </p:nvPicPr>
        <p:blipFill>
          <a:blip r:embed="rId12"/>
          <a:stretch>
            <a:fillRect/>
          </a:stretch>
        </p:blipFill>
        <p:spPr>
          <a:xfrm>
            <a:off x="9166860" y="1417320"/>
            <a:ext cx="445770" cy="929932"/>
          </a:xfrm>
          <a:prstGeom prst="rect">
            <a:avLst/>
          </a:prstGeom>
        </p:spPr>
      </p:pic>
      <p:sp>
        <p:nvSpPr>
          <p:cNvPr id="46" name="Text 32"/>
          <p:cNvSpPr/>
          <p:nvPr/>
        </p:nvSpPr>
        <p:spPr>
          <a:xfrm>
            <a:off x="9166860"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A18</a:t>
            </a:r>
            <a:endParaRPr lang="en-US" sz="750" dirty="0"/>
          </a:p>
        </p:txBody>
      </p:sp>
      <p:sp>
        <p:nvSpPr>
          <p:cNvPr id="47" name="Text 33"/>
          <p:cNvSpPr/>
          <p:nvPr/>
        </p:nvSpPr>
        <p:spPr>
          <a:xfrm>
            <a:off x="911199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Confirm subscription</a:t>
            </a:r>
            <a:endParaRPr lang="en-US" sz="600" dirty="0"/>
          </a:p>
        </p:txBody>
      </p:sp>
      <p:sp>
        <p:nvSpPr>
          <p:cNvPr id="48" name="Text 34"/>
          <p:cNvSpPr/>
          <p:nvPr/>
        </p:nvSpPr>
        <p:spPr>
          <a:xfrm>
            <a:off x="961263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9" name="Image 12" descr="/home/user/white-label-mockup/.screendeck/A19-thumb.png">    </p:cNvPr>
          <p:cNvPicPr>
            <a:picLocks noChangeAspect="1"/>
          </p:cNvPicPr>
          <p:nvPr/>
        </p:nvPicPr>
        <p:blipFill>
          <a:blip r:embed="rId13">
            <a:alphaModFix amt="38000"/>
          </a:blip>
          <a:stretch>
            <a:fillRect/>
          </a:stretch>
        </p:blipFill>
        <p:spPr>
          <a:xfrm>
            <a:off x="9740646" y="1417320"/>
            <a:ext cx="445770" cy="929932"/>
          </a:xfrm>
          <a:prstGeom prst="rect">
            <a:avLst/>
          </a:prstGeom>
        </p:spPr>
      </p:pic>
      <p:sp>
        <p:nvSpPr>
          <p:cNvPr id="50" name="Text 35"/>
          <p:cNvSpPr/>
          <p:nvPr/>
        </p:nvSpPr>
        <p:spPr>
          <a:xfrm>
            <a:off x="974064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A19</a:t>
            </a:r>
            <a:endParaRPr lang="en-US" sz="750" dirty="0"/>
          </a:p>
        </p:txBody>
      </p:sp>
      <p:sp>
        <p:nvSpPr>
          <p:cNvPr id="51" name="Text 36"/>
          <p:cNvSpPr/>
          <p:nvPr/>
        </p:nvSpPr>
        <p:spPr>
          <a:xfrm>
            <a:off x="968578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You’re ready</a:t>
            </a:r>
            <a:endParaRPr lang="en-US" sz="600" dirty="0"/>
          </a:p>
        </p:txBody>
      </p:sp>
      <p:sp>
        <p:nvSpPr>
          <p:cNvPr id="52" name="Text 37"/>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53" name="Text 38"/>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A19</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You’re ready</a:t>
            </a:r>
            <a:endParaRPr lang="en-US" sz="2600" dirty="0"/>
          </a:p>
        </p:txBody>
      </p:sp>
      <p:pic>
        <p:nvPicPr>
          <p:cNvPr id="4" name="Image 0" descr="/home/user/white-label-mockup/.screendeck/A19.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2" name="Text 7"/>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3-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4" name="Text 8"/>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5" name="Text 9"/>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6" name="Text 10"/>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8-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8" name="Text 11"/>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19" name="Text 12"/>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0" name="Text 13"/>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9-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2" name="Text 14"/>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3" name="Text 15"/>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4" name="Text 16"/>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10-thumb.png">    </p:cNvPr>
          <p:cNvPicPr>
            <a:picLocks noChangeAspect="1"/>
          </p:cNvPicPr>
          <p:nvPr/>
        </p:nvPicPr>
        <p:blipFill>
          <a:blip r:embed="rId7">
            <a:alphaModFix amt="38000"/>
          </a:blip>
          <a:stretch>
            <a:fillRect/>
          </a:stretch>
        </p:blipFill>
        <p:spPr>
          <a:xfrm>
            <a:off x="6297930" y="1417320"/>
            <a:ext cx="445770" cy="929932"/>
          </a:xfrm>
          <a:prstGeom prst="rect">
            <a:avLst/>
          </a:prstGeom>
        </p:spPr>
      </p:pic>
      <p:sp>
        <p:nvSpPr>
          <p:cNvPr id="26" name="Text 17"/>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7" name="Text 18"/>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8" name="Text 19"/>
          <p:cNvSpPr/>
          <p:nvPr/>
        </p:nvSpPr>
        <p:spPr>
          <a:xfrm>
            <a:off x="674370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11-thumb.png">    </p:cNvPr>
          <p:cNvPicPr>
            <a:picLocks noChangeAspect="1"/>
          </p:cNvPicPr>
          <p:nvPr/>
        </p:nvPicPr>
        <p:blipFill>
          <a:blip r:embed="rId8">
            <a:alphaModFix amt="38000"/>
          </a:blip>
          <a:stretch>
            <a:fillRect/>
          </a:stretch>
        </p:blipFill>
        <p:spPr>
          <a:xfrm>
            <a:off x="6871716" y="1417320"/>
            <a:ext cx="445770" cy="929932"/>
          </a:xfrm>
          <a:prstGeom prst="rect">
            <a:avLst/>
          </a:prstGeom>
        </p:spPr>
      </p:pic>
      <p:sp>
        <p:nvSpPr>
          <p:cNvPr id="30" name="Text 20"/>
          <p:cNvSpPr/>
          <p:nvPr/>
        </p:nvSpPr>
        <p:spPr>
          <a:xfrm>
            <a:off x="687171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1" name="Text 21"/>
          <p:cNvSpPr/>
          <p:nvPr/>
        </p:nvSpPr>
        <p:spPr>
          <a:xfrm>
            <a:off x="681685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2" name="Text 22"/>
          <p:cNvSpPr/>
          <p:nvPr/>
        </p:nvSpPr>
        <p:spPr>
          <a:xfrm>
            <a:off x="731748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3" name="Image 8" descr="/home/user/white-label-mockup/.screendeck/A13-thumb.png">    </p:cNvPr>
          <p:cNvPicPr>
            <a:picLocks noChangeAspect="1"/>
          </p:cNvPicPr>
          <p:nvPr/>
        </p:nvPicPr>
        <p:blipFill>
          <a:blip r:embed="rId9">
            <a:alphaModFix amt="38000"/>
          </a:blip>
          <a:stretch>
            <a:fillRect/>
          </a:stretch>
        </p:blipFill>
        <p:spPr>
          <a:xfrm>
            <a:off x="7445502" y="1417320"/>
            <a:ext cx="445770" cy="929932"/>
          </a:xfrm>
          <a:prstGeom prst="rect">
            <a:avLst/>
          </a:prstGeom>
        </p:spPr>
      </p:pic>
      <p:sp>
        <p:nvSpPr>
          <p:cNvPr id="34" name="Text 23"/>
          <p:cNvSpPr/>
          <p:nvPr/>
        </p:nvSpPr>
        <p:spPr>
          <a:xfrm>
            <a:off x="744550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5" name="Text 24"/>
          <p:cNvSpPr/>
          <p:nvPr/>
        </p:nvSpPr>
        <p:spPr>
          <a:xfrm>
            <a:off x="739063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fields</a:t>
            </a:r>
            <a:endParaRPr lang="en-US" sz="600" dirty="0"/>
          </a:p>
        </p:txBody>
      </p:sp>
      <p:sp>
        <p:nvSpPr>
          <p:cNvPr id="36" name="Text 25"/>
          <p:cNvSpPr/>
          <p:nvPr/>
        </p:nvSpPr>
        <p:spPr>
          <a:xfrm>
            <a:off x="789127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7" name="Image 9" descr="/home/user/white-label-mockup/.screendeck/A16-thumb.png">    </p:cNvPr>
          <p:cNvPicPr>
            <a:picLocks noChangeAspect="1"/>
          </p:cNvPicPr>
          <p:nvPr/>
        </p:nvPicPr>
        <p:blipFill>
          <a:blip r:embed="rId10">
            <a:alphaModFix amt="38000"/>
          </a:blip>
          <a:stretch>
            <a:fillRect/>
          </a:stretch>
        </p:blipFill>
        <p:spPr>
          <a:xfrm>
            <a:off x="8019288" y="1417320"/>
            <a:ext cx="445770" cy="929932"/>
          </a:xfrm>
          <a:prstGeom prst="rect">
            <a:avLst/>
          </a:prstGeom>
        </p:spPr>
      </p:pic>
      <p:sp>
        <p:nvSpPr>
          <p:cNvPr id="38" name="Text 26"/>
          <p:cNvSpPr/>
          <p:nvPr/>
        </p:nvSpPr>
        <p:spPr>
          <a:xfrm>
            <a:off x="801928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39" name="Text 27"/>
          <p:cNvSpPr/>
          <p:nvPr/>
        </p:nvSpPr>
        <p:spPr>
          <a:xfrm>
            <a:off x="796442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 fields</a:t>
            </a:r>
            <a:endParaRPr lang="en-US" sz="600" dirty="0"/>
          </a:p>
        </p:txBody>
      </p:sp>
      <p:sp>
        <p:nvSpPr>
          <p:cNvPr id="40" name="Text 28"/>
          <p:cNvSpPr/>
          <p:nvPr/>
        </p:nvSpPr>
        <p:spPr>
          <a:xfrm>
            <a:off x="846505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1" name="Image 10" descr="/home/user/white-label-mockup/.screendeck/A17-thumb.png">    </p:cNvPr>
          <p:cNvPicPr>
            <a:picLocks noChangeAspect="1"/>
          </p:cNvPicPr>
          <p:nvPr/>
        </p:nvPicPr>
        <p:blipFill>
          <a:blip r:embed="rId11">
            <a:alphaModFix amt="38000"/>
          </a:blip>
          <a:stretch>
            <a:fillRect/>
          </a:stretch>
        </p:blipFill>
        <p:spPr>
          <a:xfrm>
            <a:off x="8593074" y="1417320"/>
            <a:ext cx="445770" cy="929932"/>
          </a:xfrm>
          <a:prstGeom prst="rect">
            <a:avLst/>
          </a:prstGeom>
        </p:spPr>
      </p:pic>
      <p:sp>
        <p:nvSpPr>
          <p:cNvPr id="42" name="Text 29"/>
          <p:cNvSpPr/>
          <p:nvPr/>
        </p:nvSpPr>
        <p:spPr>
          <a:xfrm>
            <a:off x="859307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43" name="Text 30"/>
          <p:cNvSpPr/>
          <p:nvPr/>
        </p:nvSpPr>
        <p:spPr>
          <a:xfrm>
            <a:off x="853821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44" name="Text 31"/>
          <p:cNvSpPr/>
          <p:nvPr/>
        </p:nvSpPr>
        <p:spPr>
          <a:xfrm>
            <a:off x="903884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5" name="Image 11" descr="/home/user/white-label-mockup/.screendeck/A18-thumb.png">    </p:cNvPr>
          <p:cNvPicPr>
            <a:picLocks noChangeAspect="1"/>
          </p:cNvPicPr>
          <p:nvPr/>
        </p:nvPicPr>
        <p:blipFill>
          <a:blip r:embed="rId12">
            <a:alphaModFix amt="38000"/>
          </a:blip>
          <a:stretch>
            <a:fillRect/>
          </a:stretch>
        </p:blipFill>
        <p:spPr>
          <a:xfrm>
            <a:off x="9166860" y="1417320"/>
            <a:ext cx="445770" cy="929932"/>
          </a:xfrm>
          <a:prstGeom prst="rect">
            <a:avLst/>
          </a:prstGeom>
        </p:spPr>
      </p:pic>
      <p:sp>
        <p:nvSpPr>
          <p:cNvPr id="46" name="Text 32"/>
          <p:cNvSpPr/>
          <p:nvPr/>
        </p:nvSpPr>
        <p:spPr>
          <a:xfrm>
            <a:off x="916686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47" name="Text 33"/>
          <p:cNvSpPr/>
          <p:nvPr/>
        </p:nvSpPr>
        <p:spPr>
          <a:xfrm>
            <a:off x="911199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48" name="Text 34"/>
          <p:cNvSpPr/>
          <p:nvPr/>
        </p:nvSpPr>
        <p:spPr>
          <a:xfrm>
            <a:off x="961263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9" name="Image 12" descr="/home/user/white-label-mockup/.screendeck/A19-thumb.png">    </p:cNvPr>
          <p:cNvPicPr>
            <a:picLocks noChangeAspect="1"/>
          </p:cNvPicPr>
          <p:nvPr/>
        </p:nvPicPr>
        <p:blipFill>
          <a:blip r:embed="rId13"/>
          <a:stretch>
            <a:fillRect/>
          </a:stretch>
        </p:blipFill>
        <p:spPr>
          <a:xfrm>
            <a:off x="9740646" y="1417320"/>
            <a:ext cx="445770" cy="929932"/>
          </a:xfrm>
          <a:prstGeom prst="rect">
            <a:avLst/>
          </a:prstGeom>
        </p:spPr>
      </p:pic>
      <p:sp>
        <p:nvSpPr>
          <p:cNvPr id="50" name="Text 35"/>
          <p:cNvSpPr/>
          <p:nvPr/>
        </p:nvSpPr>
        <p:spPr>
          <a:xfrm>
            <a:off x="9740646"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A19</a:t>
            </a:r>
            <a:endParaRPr lang="en-US" sz="750" dirty="0"/>
          </a:p>
        </p:txBody>
      </p:sp>
      <p:sp>
        <p:nvSpPr>
          <p:cNvPr id="51" name="Text 36"/>
          <p:cNvSpPr/>
          <p:nvPr/>
        </p:nvSpPr>
        <p:spPr>
          <a:xfrm>
            <a:off x="968578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You’re ready</a:t>
            </a:r>
            <a:endParaRPr lang="en-US" sz="600" dirty="0"/>
          </a:p>
        </p:txBody>
      </p:sp>
      <p:sp>
        <p:nvSpPr>
          <p:cNvPr id="52" name="Text 37"/>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53" name="Text 38"/>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4230"/>
        </a:solidFill>
      </p:bgPr>
    </p:bg>
    <p:spTree>
      <p:nvGrpSpPr>
        <p:cNvPr id="1" name=""/>
        <p:cNvGrpSpPr/>
        <p:nvPr/>
      </p:nvGrpSpPr>
      <p:grpSpPr>
        <a:xfrm>
          <a:off x="0" y="0"/>
          <a:ext cx="0" cy="0"/>
          <a:chOff x="0" y="0"/>
          <a:chExt cx="0" cy="0"/>
        </a:xfrm>
      </p:grpSpPr>
      <p:sp>
        <p:nvSpPr>
          <p:cNvPr id="2" name="Text 0"/>
          <p:cNvSpPr/>
          <p:nvPr/>
        </p:nvSpPr>
        <p:spPr>
          <a:xfrm>
            <a:off x="502920" y="2788920"/>
            <a:ext cx="8229600" cy="365760"/>
          </a:xfrm>
          <a:prstGeom prst="rect">
            <a:avLst/>
          </a:prstGeom>
          <a:noFill/>
          <a:ln/>
        </p:spPr>
        <p:txBody>
          <a:bodyPr wrap="square" lIns="0" tIns="0" rIns="0" bIns="0" rtlCol="0" anchor="ctr"/>
          <a:lstStyle/>
          <a:p>
            <a:pPr indent="0" marL="0">
              <a:buNone/>
            </a:pPr>
            <a:r>
              <a:rPr lang="en-US" sz="1200" b="1" spc="220" kern="0" dirty="0">
                <a:solidFill>
                  <a:srgbClr val="A9C6B6"/>
                </a:solidFill>
                <a:latin typeface="Calibri" pitchFamily="34" charset="0"/>
                <a:ea typeface="Calibri" pitchFamily="34" charset="-122"/>
                <a:cs typeface="Calibri" pitchFamily="34" charset="-120"/>
              </a:rPr>
              <a:t>SECTION 2 OF 6</a:t>
            </a:r>
            <a:endParaRPr lang="en-US" sz="1200" dirty="0"/>
          </a:p>
        </p:txBody>
      </p:sp>
      <p:sp>
        <p:nvSpPr>
          <p:cNvPr id="3" name="Text 1"/>
          <p:cNvSpPr/>
          <p:nvPr/>
        </p:nvSpPr>
        <p:spPr>
          <a:xfrm>
            <a:off x="502920" y="3200400"/>
            <a:ext cx="8686800" cy="100584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Log in</a:t>
            </a:r>
            <a:endParaRPr lang="en-US" sz="4800" dirty="0"/>
          </a:p>
        </p:txBody>
      </p:sp>
      <p:sp>
        <p:nvSpPr>
          <p:cNvPr id="4" name="Text 2"/>
          <p:cNvSpPr/>
          <p:nvPr/>
        </p:nvSpPr>
        <p:spPr>
          <a:xfrm>
            <a:off x="502920" y="4297680"/>
            <a:ext cx="8686800" cy="365760"/>
          </a:xfrm>
          <a:prstGeom prst="rect">
            <a:avLst/>
          </a:prstGeom>
          <a:noFill/>
          <a:ln/>
        </p:spPr>
        <p:txBody>
          <a:bodyPr wrap="square" lIns="0" tIns="0" rIns="0" bIns="0" rtlCol="0" anchor="ctr"/>
          <a:lstStyle/>
          <a:p>
            <a:pPr indent="0" marL="0">
              <a:buNone/>
            </a:pPr>
            <a:r>
              <a:rPr lang="en-US" sz="1100" dirty="0">
                <a:solidFill>
                  <a:srgbClr val="A9C6B6"/>
                </a:solidFill>
                <a:latin typeface="Calibri" pitchFamily="34" charset="0"/>
                <a:ea typeface="Calibri" pitchFamily="34" charset="-122"/>
                <a:cs typeface="Calibri" pitchFamily="34" charset="-120"/>
              </a:rPr>
              <a:t>2 screens  ·  A20 · A21</a:t>
            </a:r>
            <a:endParaRPr lang="en-US" sz="1100" dirty="0"/>
          </a:p>
        </p:txBody>
      </p:sp>
      <p:sp>
        <p:nvSpPr>
          <p:cNvPr id="5" name="Text 3"/>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A9C6B6"/>
                </a:solidFill>
                <a:latin typeface="Calibri" pitchFamily="34" charset="0"/>
                <a:ea typeface="Calibri" pitchFamily="34" charset="-122"/>
                <a:cs typeface="Calibri" pitchFamily="34" charset="-120"/>
              </a:rPr>
              <a:t>Wafra Farm App · UI mockup v1.7.4</a:t>
            </a:r>
            <a:endParaRPr lang="en-US" sz="900" dirty="0"/>
          </a:p>
        </p:txBody>
      </p:sp>
      <p:sp>
        <p:nvSpPr>
          <p:cNvPr id="6" name="Text 4"/>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A9C6B6"/>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LOG IN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A20</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Log in</a:t>
            </a:r>
            <a:endParaRPr lang="en-US" sz="2600" dirty="0"/>
          </a:p>
        </p:txBody>
      </p:sp>
      <p:pic>
        <p:nvPicPr>
          <p:cNvPr id="4" name="Image 0" descr="/home/user/white-label-mockup/.screendeck/A20.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20-thumb.png">    </p:cNvPr>
          <p:cNvPicPr>
            <a:picLocks noChangeAspect="1"/>
          </p:cNvPicPr>
          <p:nvPr/>
        </p:nvPicPr>
        <p:blipFill>
          <a:blip r:embed="rId2"/>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A20</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Log in</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1-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A21</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Join a farm as a guest</a:t>
            </a:r>
            <a:endParaRPr lang="en-US" sz="600" dirty="0"/>
          </a:p>
        </p:txBody>
      </p:sp>
      <p:sp>
        <p:nvSpPr>
          <p:cNvPr id="12" name="Shape 7"/>
          <p:cNvSpPr/>
          <p:nvPr/>
        </p:nvSpPr>
        <p:spPr>
          <a:xfrm>
            <a:off x="7123176" y="4526280"/>
            <a:ext cx="3063240" cy="2240280"/>
          </a:xfrm>
          <a:prstGeom prst="rect">
            <a:avLst/>
          </a:prstGeom>
          <a:solidFill>
            <a:srgbClr val="F2F7F4"/>
          </a:solidFill>
          <a:ln w="12700">
            <a:solidFill>
              <a:srgbClr val="A9C6B6"/>
            </a:solidFill>
            <a:prstDash val="solid"/>
          </a:ln>
        </p:spPr>
      </p:sp>
      <p:sp>
        <p:nvSpPr>
          <p:cNvPr id="13" name="Text 8"/>
          <p:cNvSpPr/>
          <p:nvPr/>
        </p:nvSpPr>
        <p:spPr>
          <a:xfrm>
            <a:off x="7269480" y="4654296"/>
            <a:ext cx="2770632" cy="2002536"/>
          </a:xfrm>
          <a:prstGeom prst="rect">
            <a:avLst/>
          </a:prstGeom>
          <a:noFill/>
          <a:ln/>
        </p:spPr>
        <p:txBody>
          <a:bodyPr wrap="square" lIns="0" tIns="0" rIns="0" bIns="0" rtlCol="0" anchor="t"/>
          <a:lstStyle/>
          <a:p>
            <a:pPr indent="0" marL="0">
              <a:lnSpc>
                <a:spcPts val="1100"/>
              </a:lnSpc>
              <a:buNone/>
            </a:pPr>
            <a:r>
              <a:rPr lang="en-US" sz="850" dirty="0">
                <a:solidFill>
                  <a:srgbClr val="4A5852"/>
                </a:solidFill>
                <a:latin typeface="Calibri" pitchFamily="34" charset="0"/>
                <a:ea typeface="Calibri" pitchFamily="34" charset="-122"/>
                <a:cs typeface="Calibri" pitchFamily="34" charset="-120"/>
              </a:rPr>
              <a:t>•  Most users sign in with Face ID. This screen is drawn only when Face ID fails, which is what the notice at the top of it says.</a:t>
            </a:r>
            <a:endParaRPr lang="en-US" sz="850" dirty="0"/>
          </a:p>
          <a:p>
            <a:pPr indent="0" marL="0">
              <a:lnSpc>
                <a:spcPts val="1100"/>
              </a:lnSpc>
              <a:buNone/>
            </a:pPr>
            <a:r>
              <a:rPr lang="en-US" sz="850" dirty="0">
                <a:solidFill>
                  <a:srgbClr val="4A5852"/>
                </a:solidFill>
                <a:latin typeface="Calibri" pitchFamily="34" charset="0"/>
                <a:ea typeface="Calibri" pitchFamily="34" charset="-122"/>
                <a:cs typeface="Calibri" pitchFamily="34" charset="-120"/>
              </a:rPr>
              <a:t>•  Creating an account and joining a farm as a guest are on A8, which is where somebody the app has never met lands.</a:t>
            </a:r>
            <a:endParaRPr lang="en-US" sz="850" dirty="0"/>
          </a:p>
          <a:p>
            <a:pPr indent="0" marL="0">
              <a:lnSpc>
                <a:spcPts val="1100"/>
              </a:lnSpc>
              <a:buNone/>
            </a:pPr>
            <a:r>
              <a:rPr lang="en-US" sz="850" dirty="0">
                <a:solidFill>
                  <a:srgbClr val="4A5852"/>
                </a:solidFill>
                <a:latin typeface="Calibri" pitchFamily="34" charset="0"/>
                <a:ea typeface="Calibri" pitchFamily="34" charset="-122"/>
                <a:cs typeface="Calibri" pitchFamily="34" charset="-120"/>
              </a:rPr>
              <a:t>•  A code can be sent to the registered email address instead of a password.</a:t>
            </a:r>
            <a:endParaRPr lang="en-US" sz="850" dirty="0"/>
          </a:p>
          <a:p>
            <a:pPr indent="0" marL="0">
              <a:lnSpc>
                <a:spcPts val="1100"/>
              </a:lnSpc>
              <a:buNone/>
            </a:pPr>
            <a:r>
              <a:rPr lang="en-US" sz="850" dirty="0">
                <a:solidFill>
                  <a:srgbClr val="4A5852"/>
                </a:solidFill>
                <a:latin typeface="Calibri" pitchFamily="34" charset="0"/>
                <a:ea typeface="Calibri" pitchFamily="34" charset="-122"/>
                <a:cs typeface="Calibri" pitchFamily="34" charset="-120"/>
              </a:rPr>
              <a:t>•  “Switch account” is for a farmer holding several accounts for different farms.</a:t>
            </a:r>
            <a:endParaRPr lang="en-US" sz="850" dirty="0"/>
          </a:p>
        </p:txBody>
      </p:sp>
      <p:sp>
        <p:nvSpPr>
          <p:cNvPr id="14" name="Text 9"/>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15" name="Text 10"/>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LOG IN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A21</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Join a farm as a guest</a:t>
            </a:r>
            <a:endParaRPr lang="en-US" sz="2600" dirty="0"/>
          </a:p>
        </p:txBody>
      </p:sp>
      <p:pic>
        <p:nvPicPr>
          <p:cNvPr id="4" name="Image 0" descr="/home/user/white-label-mockup/.screendeck/A21.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20-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A20</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Log in</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1-thumb.png">    </p:cNvPr>
          <p:cNvPicPr>
            <a:picLocks noChangeAspect="1"/>
          </p:cNvPicPr>
          <p:nvPr/>
        </p:nvPicPr>
        <p:blipFill>
          <a:blip r:embed="rId3"/>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A21</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Join a farm as a guest</a:t>
            </a:r>
            <a:endParaRPr lang="en-US" sz="600" dirty="0"/>
          </a:p>
        </p:txBody>
      </p:sp>
      <p:sp>
        <p:nvSpPr>
          <p:cNvPr id="12" name="Text 7"/>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13" name="Text 8"/>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14230"/>
        </a:solidFill>
      </p:bgPr>
    </p:bg>
    <p:spTree>
      <p:nvGrpSpPr>
        <p:cNvPr id="1" name=""/>
        <p:cNvGrpSpPr/>
        <p:nvPr/>
      </p:nvGrpSpPr>
      <p:grpSpPr>
        <a:xfrm>
          <a:off x="0" y="0"/>
          <a:ext cx="0" cy="0"/>
          <a:chOff x="0" y="0"/>
          <a:chExt cx="0" cy="0"/>
        </a:xfrm>
      </p:grpSpPr>
      <p:sp>
        <p:nvSpPr>
          <p:cNvPr id="2" name="Text 0"/>
          <p:cNvSpPr/>
          <p:nvPr/>
        </p:nvSpPr>
        <p:spPr>
          <a:xfrm>
            <a:off x="502920" y="2788920"/>
            <a:ext cx="8229600" cy="365760"/>
          </a:xfrm>
          <a:prstGeom prst="rect">
            <a:avLst/>
          </a:prstGeom>
          <a:noFill/>
          <a:ln/>
        </p:spPr>
        <p:txBody>
          <a:bodyPr wrap="square" lIns="0" tIns="0" rIns="0" bIns="0" rtlCol="0" anchor="ctr"/>
          <a:lstStyle/>
          <a:p>
            <a:pPr indent="0" marL="0">
              <a:buNone/>
            </a:pPr>
            <a:r>
              <a:rPr lang="en-US" sz="1200" b="1" spc="220" kern="0" dirty="0">
                <a:solidFill>
                  <a:srgbClr val="A9C6B6"/>
                </a:solidFill>
                <a:latin typeface="Calibri" pitchFamily="34" charset="0"/>
                <a:ea typeface="Calibri" pitchFamily="34" charset="-122"/>
                <a:cs typeface="Calibri" pitchFamily="34" charset="-120"/>
              </a:rPr>
              <a:t>SECTION 3 OF 6</a:t>
            </a:r>
            <a:endParaRPr lang="en-US" sz="1200" dirty="0"/>
          </a:p>
        </p:txBody>
      </p:sp>
      <p:sp>
        <p:nvSpPr>
          <p:cNvPr id="3" name="Text 1"/>
          <p:cNvSpPr/>
          <p:nvPr/>
        </p:nvSpPr>
        <p:spPr>
          <a:xfrm>
            <a:off x="502920" y="3200400"/>
            <a:ext cx="8686800" cy="100584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My Farm</a:t>
            </a:r>
            <a:endParaRPr lang="en-US" sz="4800" dirty="0"/>
          </a:p>
        </p:txBody>
      </p:sp>
      <p:sp>
        <p:nvSpPr>
          <p:cNvPr id="4" name="Text 2"/>
          <p:cNvSpPr/>
          <p:nvPr/>
        </p:nvSpPr>
        <p:spPr>
          <a:xfrm>
            <a:off x="502920" y="4297680"/>
            <a:ext cx="8686800" cy="365760"/>
          </a:xfrm>
          <a:prstGeom prst="rect">
            <a:avLst/>
          </a:prstGeom>
          <a:noFill/>
          <a:ln/>
        </p:spPr>
        <p:txBody>
          <a:bodyPr wrap="square" lIns="0" tIns="0" rIns="0" bIns="0" rtlCol="0" anchor="ctr"/>
          <a:lstStyle/>
          <a:p>
            <a:pPr indent="0" marL="0">
              <a:buNone/>
            </a:pPr>
            <a:r>
              <a:rPr lang="en-US" sz="1100" dirty="0">
                <a:solidFill>
                  <a:srgbClr val="A9C6B6"/>
                </a:solidFill>
                <a:latin typeface="Calibri" pitchFamily="34" charset="0"/>
                <a:ea typeface="Calibri" pitchFamily="34" charset="-122"/>
                <a:cs typeface="Calibri" pitchFamily="34" charset="-120"/>
              </a:rPr>
              <a:t>11 screens  ·  B1 · B2 · B12 · B3 · B4 · B5 · B6 · B7 · B8 · B9 · B10</a:t>
            </a:r>
            <a:endParaRPr lang="en-US" sz="1100" dirty="0"/>
          </a:p>
        </p:txBody>
      </p:sp>
      <p:sp>
        <p:nvSpPr>
          <p:cNvPr id="5" name="Text 3"/>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A9C6B6"/>
                </a:solidFill>
                <a:latin typeface="Calibri" pitchFamily="34" charset="0"/>
                <a:ea typeface="Calibri" pitchFamily="34" charset="-122"/>
                <a:cs typeface="Calibri" pitchFamily="34" charset="-120"/>
              </a:rPr>
              <a:t>Wafra Farm App · UI mockup v1.7.4</a:t>
            </a:r>
            <a:endParaRPr lang="en-US" sz="900" dirty="0"/>
          </a:p>
        </p:txBody>
      </p:sp>
      <p:sp>
        <p:nvSpPr>
          <p:cNvPr id="6" name="Text 4"/>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A9C6B6"/>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B1</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Farm home</a:t>
            </a:r>
            <a:endParaRPr lang="en-US" sz="2600" dirty="0"/>
          </a:p>
        </p:txBody>
      </p:sp>
      <p:pic>
        <p:nvPicPr>
          <p:cNvPr id="4" name="Image 0" descr="/home/user/white-label-mockup/.screendeck/B1.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45% of this screen is shown above</a:t>
            </a:r>
            <a:endParaRPr lang="en-US" sz="800" dirty="0"/>
          </a:p>
        </p:txBody>
      </p:sp>
      <p:pic>
        <p:nvPicPr>
          <p:cNvPr id="6" name="Image 1" descr="/home/user/white-label-mockup/.screendeck/B1-thumb.png">    </p:cNvPr>
          <p:cNvPicPr>
            <a:picLocks noChangeAspect="1"/>
          </p:cNvPicPr>
          <p:nvPr/>
        </p:nvPicPr>
        <p:blipFill>
          <a:blip r:embed="rId2"/>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Farm home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B2-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B2</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Plot detail</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3-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B3</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Crop cycles</a:t>
            </a:r>
            <a:endParaRPr lang="en-US" sz="600" dirty="0"/>
          </a:p>
        </p:txBody>
      </p:sp>
      <p:sp>
        <p:nvSpPr>
          <p:cNvPr id="17" name="Text 11"/>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B4-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9" name="Text 12"/>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B4</a:t>
            </a:r>
            <a:endParaRPr lang="en-US" sz="750" dirty="0"/>
          </a:p>
        </p:txBody>
      </p:sp>
      <p:sp>
        <p:nvSpPr>
          <p:cNvPr id="20" name="Text 13"/>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Add / edit crop cycle</a:t>
            </a:r>
            <a:endParaRPr lang="en-US" sz="600" dirty="0"/>
          </a:p>
        </p:txBody>
      </p:sp>
      <p:sp>
        <p:nvSpPr>
          <p:cNvPr id="21" name="Text 14"/>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22" name="Image 5" descr="/home/user/white-label-mockup/.screendeck/B1-tail.jpg">    </p:cNvPr>
          <p:cNvPicPr>
            <a:picLocks noChangeAspect="1"/>
          </p:cNvPicPr>
          <p:nvPr/>
        </p:nvPicPr>
        <p:blipFill>
          <a:blip r:embed="rId6"/>
          <a:stretch>
            <a:fillRect/>
          </a:stretch>
        </p:blipFill>
        <p:spPr>
          <a:xfrm>
            <a:off x="3429000" y="3188500"/>
            <a:ext cx="1521864" cy="3174797"/>
          </a:xfrm>
          <a:prstGeom prst="rect">
            <a:avLst/>
          </a:prstGeom>
        </p:spPr>
      </p:pic>
      <p:sp>
        <p:nvSpPr>
          <p:cNvPr id="23" name="Text 15"/>
          <p:cNvSpPr/>
          <p:nvPr/>
        </p:nvSpPr>
        <p:spPr>
          <a:xfrm>
            <a:off x="3078969" y="1938008"/>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4" name="Text 16"/>
          <p:cNvSpPr/>
          <p:nvPr/>
        </p:nvSpPr>
        <p:spPr>
          <a:xfrm>
            <a:off x="3078969" y="3359883"/>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5" name="Text 17"/>
          <p:cNvSpPr/>
          <p:nvPr/>
        </p:nvSpPr>
        <p:spPr>
          <a:xfrm>
            <a:off x="3078969" y="4969396"/>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6" name="Text 18"/>
          <p:cNvSpPr/>
          <p:nvPr/>
        </p:nvSpPr>
        <p:spPr>
          <a:xfrm>
            <a:off x="5261760" y="2932468"/>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7" name="Text 19"/>
          <p:cNvSpPr/>
          <p:nvPr/>
        </p:nvSpPr>
        <p:spPr>
          <a:xfrm>
            <a:off x="5261760" y="320221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8" name="Text 20"/>
          <p:cNvSpPr/>
          <p:nvPr/>
        </p:nvSpPr>
        <p:spPr>
          <a:xfrm>
            <a:off x="5536080" y="318850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Switch farm</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Switches between farms, and adds a new one</a:t>
            </a:r>
            <a:endParaRPr lang="en-US" sz="800" dirty="0"/>
          </a:p>
        </p:txBody>
      </p:sp>
      <p:sp>
        <p:nvSpPr>
          <p:cNvPr id="29" name="Text 21"/>
          <p:cNvSpPr/>
          <p:nvPr/>
        </p:nvSpPr>
        <p:spPr>
          <a:xfrm>
            <a:off x="5261760" y="347653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30" name="Text 22"/>
          <p:cNvSpPr/>
          <p:nvPr/>
        </p:nvSpPr>
        <p:spPr>
          <a:xfrm>
            <a:off x="5536080" y="346282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View metrics</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C1 Map</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38)</a:t>
            </a:r>
            <a:endParaRPr lang="en-US" sz="800" dirty="0"/>
          </a:p>
        </p:txBody>
      </p:sp>
      <p:sp>
        <p:nvSpPr>
          <p:cNvPr id="31" name="Text 23"/>
          <p:cNvSpPr/>
          <p:nvPr/>
        </p:nvSpPr>
        <p:spPr>
          <a:xfrm>
            <a:off x="5261760" y="375085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32" name="Text 24"/>
          <p:cNvSpPr/>
          <p:nvPr/>
        </p:nvSpPr>
        <p:spPr>
          <a:xfrm>
            <a:off x="5536080" y="373714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Open Plot 1</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B2 Plot detail</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27)</a:t>
            </a:r>
            <a:endParaRPr lang="en-US" sz="800" dirty="0"/>
          </a:p>
        </p:txBody>
      </p:sp>
      <p:sp>
        <p:nvSpPr>
          <p:cNvPr id="33" name="Text 25"/>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34" name="Text 26"/>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B2</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Plot detail</a:t>
            </a:r>
            <a:endParaRPr lang="en-US" sz="2600" dirty="0"/>
          </a:p>
        </p:txBody>
      </p:sp>
      <p:pic>
        <p:nvPicPr>
          <p:cNvPr id="4" name="Image 0" descr="/home/user/white-label-mockup/.screendeck/B2.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25% of this screen is shown above</a:t>
            </a:r>
            <a:endParaRPr lang="en-US" sz="800" dirty="0"/>
          </a:p>
        </p:txBody>
      </p:sp>
      <p:pic>
        <p:nvPicPr>
          <p:cNvPr id="6" name="Image 1" descr="/home/user/white-label-mockup/.screendeck/B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Farm home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B2-thumb.png">    </p:cNvPr>
          <p:cNvPicPr>
            <a:picLocks noChangeAspect="1"/>
          </p:cNvPicPr>
          <p:nvPr/>
        </p:nvPicPr>
        <p:blipFill>
          <a:blip r:embed="rId3"/>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B2</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Plot detail</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3-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B3</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Crop cycles</a:t>
            </a:r>
            <a:endParaRPr lang="en-US" sz="600" dirty="0"/>
          </a:p>
        </p:txBody>
      </p:sp>
      <p:sp>
        <p:nvSpPr>
          <p:cNvPr id="17" name="Text 11"/>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B4-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9" name="Text 12"/>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B4</a:t>
            </a:r>
            <a:endParaRPr lang="en-US" sz="750" dirty="0"/>
          </a:p>
        </p:txBody>
      </p:sp>
      <p:sp>
        <p:nvSpPr>
          <p:cNvPr id="20" name="Text 13"/>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Add / edit crop cycle</a:t>
            </a:r>
            <a:endParaRPr lang="en-US" sz="600" dirty="0"/>
          </a:p>
        </p:txBody>
      </p:sp>
      <p:sp>
        <p:nvSpPr>
          <p:cNvPr id="21" name="Text 14"/>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22" name="Image 5" descr="/home/user/white-label-mockup/.screendeck/B2-tail.jpg">    </p:cNvPr>
          <p:cNvPicPr>
            <a:picLocks noChangeAspect="1"/>
          </p:cNvPicPr>
          <p:nvPr/>
        </p:nvPicPr>
        <p:blipFill>
          <a:blip r:embed="rId6"/>
          <a:stretch>
            <a:fillRect/>
          </a:stretch>
        </p:blipFill>
        <p:spPr>
          <a:xfrm>
            <a:off x="3429000" y="3188500"/>
            <a:ext cx="1521864" cy="3174797"/>
          </a:xfrm>
          <a:prstGeom prst="rect">
            <a:avLst/>
          </a:prstGeom>
        </p:spPr>
      </p:pic>
      <p:sp>
        <p:nvSpPr>
          <p:cNvPr id="23" name="Text 15"/>
          <p:cNvSpPr/>
          <p:nvPr/>
        </p:nvSpPr>
        <p:spPr>
          <a:xfrm>
            <a:off x="3078969" y="1913739"/>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4" name="Text 16"/>
          <p:cNvSpPr/>
          <p:nvPr/>
        </p:nvSpPr>
        <p:spPr>
          <a:xfrm>
            <a:off x="3078969" y="3536051"/>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5" name="Text 17"/>
          <p:cNvSpPr/>
          <p:nvPr/>
        </p:nvSpPr>
        <p:spPr>
          <a:xfrm>
            <a:off x="3078969" y="4236598"/>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6" name="Text 18"/>
          <p:cNvSpPr/>
          <p:nvPr/>
        </p:nvSpPr>
        <p:spPr>
          <a:xfrm>
            <a:off x="3078969" y="5572544"/>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7" name="Text 19"/>
          <p:cNvSpPr/>
          <p:nvPr/>
        </p:nvSpPr>
        <p:spPr>
          <a:xfrm>
            <a:off x="3078969" y="5982320"/>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8" name="Text 20"/>
          <p:cNvSpPr/>
          <p:nvPr/>
        </p:nvSpPr>
        <p:spPr>
          <a:xfrm>
            <a:off x="5261760" y="2932468"/>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9" name="Text 21"/>
          <p:cNvSpPr/>
          <p:nvPr/>
        </p:nvSpPr>
        <p:spPr>
          <a:xfrm>
            <a:off x="5261760" y="320221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30" name="Text 22"/>
          <p:cNvSpPr/>
          <p:nvPr/>
        </p:nvSpPr>
        <p:spPr>
          <a:xfrm>
            <a:off x="5536080" y="318850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More</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Rename, edit the boundary, remove the plot</a:t>
            </a:r>
            <a:endParaRPr lang="en-US" sz="800" dirty="0"/>
          </a:p>
        </p:txBody>
      </p:sp>
      <p:sp>
        <p:nvSpPr>
          <p:cNvPr id="31" name="Text 23"/>
          <p:cNvSpPr/>
          <p:nvPr/>
        </p:nvSpPr>
        <p:spPr>
          <a:xfrm>
            <a:off x="5261760" y="347653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32" name="Text 24"/>
          <p:cNvSpPr/>
          <p:nvPr/>
        </p:nvSpPr>
        <p:spPr>
          <a:xfrm>
            <a:off x="5536080" y="346282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View metrics</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C1 Map</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38)</a:t>
            </a:r>
            <a:endParaRPr lang="en-US" sz="800" dirty="0"/>
          </a:p>
        </p:txBody>
      </p:sp>
      <p:sp>
        <p:nvSpPr>
          <p:cNvPr id="33" name="Text 25"/>
          <p:cNvSpPr/>
          <p:nvPr/>
        </p:nvSpPr>
        <p:spPr>
          <a:xfrm>
            <a:off x="5261760" y="375085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34" name="Text 26"/>
          <p:cNvSpPr/>
          <p:nvPr/>
        </p:nvSpPr>
        <p:spPr>
          <a:xfrm>
            <a:off x="5536080" y="373714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Edit</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B3 Crop cycles</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29)</a:t>
            </a:r>
            <a:endParaRPr lang="en-US" sz="800" dirty="0"/>
          </a:p>
        </p:txBody>
      </p:sp>
      <p:sp>
        <p:nvSpPr>
          <p:cNvPr id="35" name="Text 27"/>
          <p:cNvSpPr/>
          <p:nvPr/>
        </p:nvSpPr>
        <p:spPr>
          <a:xfrm>
            <a:off x="5261760" y="402517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36" name="Text 28"/>
          <p:cNvSpPr/>
          <p:nvPr/>
        </p:nvSpPr>
        <p:spPr>
          <a:xfrm>
            <a:off x="5536080" y="401146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Plant health On the map64%Good</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Shows this metric on the map</a:t>
            </a:r>
            <a:endParaRPr lang="en-US" sz="800" dirty="0"/>
          </a:p>
        </p:txBody>
      </p:sp>
      <p:sp>
        <p:nvSpPr>
          <p:cNvPr id="37" name="Text 29"/>
          <p:cNvSpPr/>
          <p:nvPr/>
        </p:nvSpPr>
        <p:spPr>
          <a:xfrm>
            <a:off x="5261760" y="429949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38" name="Text 30"/>
          <p:cNvSpPr/>
          <p:nvPr/>
        </p:nvSpPr>
        <p:spPr>
          <a:xfrm>
            <a:off x="5536080" y="428578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Soil moisture99%Good</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Shows this metric on the map</a:t>
            </a:r>
            <a:endParaRPr lang="en-US" sz="800" dirty="0"/>
          </a:p>
        </p:txBody>
      </p:sp>
      <p:sp>
        <p:nvSpPr>
          <p:cNvPr id="39" name="Text 31"/>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40" name="Text 32"/>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B12</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Irrigation schedule</a:t>
            </a:r>
            <a:endParaRPr lang="en-US" sz="2600" dirty="0"/>
          </a:p>
        </p:txBody>
      </p:sp>
      <p:pic>
        <p:nvPicPr>
          <p:cNvPr id="4" name="Image 0" descr="/home/user/white-label-mockup/.screendeck/B12.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65% of this screen is shown above</a:t>
            </a:r>
            <a:endParaRPr lang="en-US" sz="800" dirty="0"/>
          </a:p>
        </p:txBody>
      </p:sp>
      <p:pic>
        <p:nvPicPr>
          <p:cNvPr id="6" name="Image 1" descr="/home/user/white-label-mockup/.screendeck/B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Farm home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B2-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B2</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Plot detail</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12-thumb.png">    </p:cNvPr>
          <p:cNvPicPr>
            <a:picLocks noChangeAspect="1"/>
          </p:cNvPicPr>
          <p:nvPr/>
        </p:nvPicPr>
        <p:blipFill>
          <a:blip r:embed="rId4"/>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B12</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Irrigation schedule</a:t>
            </a:r>
            <a:endParaRPr lang="en-US" sz="600" dirty="0"/>
          </a:p>
        </p:txBody>
      </p:sp>
      <p:sp>
        <p:nvSpPr>
          <p:cNvPr id="17" name="Text 11"/>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B12-tail.jpg">    </p:cNvPr>
          <p:cNvPicPr>
            <a:picLocks noChangeAspect="1"/>
          </p:cNvPicPr>
          <p:nvPr/>
        </p:nvPicPr>
        <p:blipFill>
          <a:blip r:embed="rId5"/>
          <a:stretch>
            <a:fillRect/>
          </a:stretch>
        </p:blipFill>
        <p:spPr>
          <a:xfrm>
            <a:off x="3429000" y="3188500"/>
            <a:ext cx="1521864" cy="3174797"/>
          </a:xfrm>
          <a:prstGeom prst="rect">
            <a:avLst/>
          </a:prstGeom>
        </p:spPr>
      </p:pic>
      <p:sp>
        <p:nvSpPr>
          <p:cNvPr id="19" name="Text 1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20" name="Text 1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B3</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Crop cycles</a:t>
            </a:r>
            <a:endParaRPr lang="en-US" sz="2600" dirty="0"/>
          </a:p>
        </p:txBody>
      </p:sp>
      <p:pic>
        <p:nvPicPr>
          <p:cNvPr id="4" name="Image 0" descr="/home/user/white-label-mockup/.screendeck/B3.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65% of this screen is shown above</a:t>
            </a:r>
            <a:endParaRPr lang="en-US" sz="800" dirty="0"/>
          </a:p>
        </p:txBody>
      </p:sp>
      <p:pic>
        <p:nvPicPr>
          <p:cNvPr id="6" name="Image 1" descr="/home/user/white-label-mockup/.screendeck/B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Farm home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B2-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B2</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Plot detail</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3-thumb.png">    </p:cNvPr>
          <p:cNvPicPr>
            <a:picLocks noChangeAspect="1"/>
          </p:cNvPicPr>
          <p:nvPr/>
        </p:nvPicPr>
        <p:blipFill>
          <a:blip r:embed="rId4"/>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B3</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Crop cycles</a:t>
            </a:r>
            <a:endParaRPr lang="en-US" sz="600" dirty="0"/>
          </a:p>
        </p:txBody>
      </p:sp>
      <p:sp>
        <p:nvSpPr>
          <p:cNvPr id="17" name="Text 11"/>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B4-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9" name="Text 12"/>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B4</a:t>
            </a:r>
            <a:endParaRPr lang="en-US" sz="750" dirty="0"/>
          </a:p>
        </p:txBody>
      </p:sp>
      <p:sp>
        <p:nvSpPr>
          <p:cNvPr id="20" name="Text 13"/>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Add / edit crop cycle</a:t>
            </a:r>
            <a:endParaRPr lang="en-US" sz="600" dirty="0"/>
          </a:p>
        </p:txBody>
      </p:sp>
      <p:sp>
        <p:nvSpPr>
          <p:cNvPr id="21" name="Text 14"/>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22" name="Image 5" descr="/home/user/white-label-mockup/.screendeck/B3-tail.jpg">    </p:cNvPr>
          <p:cNvPicPr>
            <a:picLocks noChangeAspect="1"/>
          </p:cNvPicPr>
          <p:nvPr/>
        </p:nvPicPr>
        <p:blipFill>
          <a:blip r:embed="rId6"/>
          <a:stretch>
            <a:fillRect/>
          </a:stretch>
        </p:blipFill>
        <p:spPr>
          <a:xfrm>
            <a:off x="3429000" y="3188500"/>
            <a:ext cx="1521864" cy="3174797"/>
          </a:xfrm>
          <a:prstGeom prst="rect">
            <a:avLst/>
          </a:prstGeom>
        </p:spPr>
      </p:pic>
      <p:sp>
        <p:nvSpPr>
          <p:cNvPr id="23" name="Text 15"/>
          <p:cNvSpPr/>
          <p:nvPr/>
        </p:nvSpPr>
        <p:spPr>
          <a:xfrm>
            <a:off x="3078969" y="1913739"/>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4" name="Text 16"/>
          <p:cNvSpPr/>
          <p:nvPr/>
        </p:nvSpPr>
        <p:spPr>
          <a:xfrm>
            <a:off x="3078969" y="5015686"/>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5" name="Text 17"/>
          <p:cNvSpPr/>
          <p:nvPr/>
        </p:nvSpPr>
        <p:spPr>
          <a:xfrm>
            <a:off x="5261760" y="2932468"/>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6" name="Text 18"/>
          <p:cNvSpPr/>
          <p:nvPr/>
        </p:nvSpPr>
        <p:spPr>
          <a:xfrm>
            <a:off x="5261760" y="320221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7" name="Text 19"/>
          <p:cNvSpPr/>
          <p:nvPr/>
        </p:nvSpPr>
        <p:spPr>
          <a:xfrm>
            <a:off x="5536080" y="318850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New</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B4 Add / edit crop cycle</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30)</a:t>
            </a:r>
            <a:endParaRPr lang="en-US" sz="800" dirty="0"/>
          </a:p>
        </p:txBody>
      </p:sp>
      <p:sp>
        <p:nvSpPr>
          <p:cNvPr id="28" name="Text 20"/>
          <p:cNvSpPr/>
          <p:nvPr/>
        </p:nvSpPr>
        <p:spPr>
          <a:xfrm>
            <a:off x="5261760" y="347653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29" name="Text 21"/>
          <p:cNvSpPr/>
          <p:nvPr/>
        </p:nvSpPr>
        <p:spPr>
          <a:xfrm>
            <a:off x="5536080" y="346282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Edit this cycle</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B4 Add / edit crop cycle</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30)</a:t>
            </a:r>
            <a:endParaRPr lang="en-US" sz="800" dirty="0"/>
          </a:p>
        </p:txBody>
      </p:sp>
      <p:sp>
        <p:nvSpPr>
          <p:cNvPr id="30" name="Text 2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31" name="Text 2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B4</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Add / edit crop cycle</a:t>
            </a:r>
            <a:endParaRPr lang="en-US" sz="2600" dirty="0"/>
          </a:p>
        </p:txBody>
      </p:sp>
      <p:pic>
        <p:nvPicPr>
          <p:cNvPr id="4" name="Image 0" descr="/home/user/white-label-mockup/.screendeck/B4.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B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Farm home</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B2-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B2</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Plot detail</a:t>
            </a:r>
            <a:endParaRPr lang="en-US" sz="600" dirty="0"/>
          </a:p>
        </p:txBody>
      </p:sp>
      <p:sp>
        <p:nvSpPr>
          <p:cNvPr id="12" name="Text 7"/>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B3-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4" name="Text 8"/>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B3</a:t>
            </a:r>
            <a:endParaRPr lang="en-US" sz="750" dirty="0"/>
          </a:p>
        </p:txBody>
      </p:sp>
      <p:sp>
        <p:nvSpPr>
          <p:cNvPr id="15" name="Text 9"/>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Crop cycles</a:t>
            </a:r>
            <a:endParaRPr lang="en-US" sz="600" dirty="0"/>
          </a:p>
        </p:txBody>
      </p:sp>
      <p:sp>
        <p:nvSpPr>
          <p:cNvPr id="16" name="Text 10"/>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B4-thumb.png">    </p:cNvPr>
          <p:cNvPicPr>
            <a:picLocks noChangeAspect="1"/>
          </p:cNvPicPr>
          <p:nvPr/>
        </p:nvPicPr>
        <p:blipFill>
          <a:blip r:embed="rId5"/>
          <a:stretch>
            <a:fillRect/>
          </a:stretch>
        </p:blipFill>
        <p:spPr>
          <a:xfrm>
            <a:off x="5150358" y="1417320"/>
            <a:ext cx="445770" cy="929932"/>
          </a:xfrm>
          <a:prstGeom prst="rect">
            <a:avLst/>
          </a:prstGeom>
        </p:spPr>
      </p:pic>
      <p:sp>
        <p:nvSpPr>
          <p:cNvPr id="18" name="Text 11"/>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B4</a:t>
            </a:r>
            <a:endParaRPr lang="en-US" sz="750" dirty="0"/>
          </a:p>
        </p:txBody>
      </p:sp>
      <p:sp>
        <p:nvSpPr>
          <p:cNvPr id="19" name="Text 12"/>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Add / edit crop cycle</a:t>
            </a:r>
            <a:endParaRPr lang="en-US" sz="600" dirty="0"/>
          </a:p>
        </p:txBody>
      </p:sp>
      <p:sp>
        <p:nvSpPr>
          <p:cNvPr id="20" name="Text 13"/>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21" name="Text 14"/>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B5</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Tree field</a:t>
            </a:r>
            <a:endParaRPr lang="en-US" sz="2600" dirty="0"/>
          </a:p>
        </p:txBody>
      </p:sp>
      <p:pic>
        <p:nvPicPr>
          <p:cNvPr id="4" name="Image 0" descr="/home/user/white-label-mockup/.screendeck/B5.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20% of this screen is shown above</a:t>
            </a:r>
            <a:endParaRPr lang="en-US" sz="800" dirty="0"/>
          </a:p>
        </p:txBody>
      </p:sp>
      <p:pic>
        <p:nvPicPr>
          <p:cNvPr id="6" name="Image 1" descr="/home/user/white-label-mockup/.screendeck/B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Farm home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B5-thumb.png">    </p:cNvPr>
          <p:cNvPicPr>
            <a:picLocks noChangeAspect="1"/>
          </p:cNvPicPr>
          <p:nvPr/>
        </p:nvPicPr>
        <p:blipFill>
          <a:blip r:embed="rId3"/>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B5</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Tree field</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6-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B6</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Tree detail</a:t>
            </a:r>
            <a:endParaRPr lang="en-US" sz="600" dirty="0"/>
          </a:p>
        </p:txBody>
      </p:sp>
      <p:sp>
        <p:nvSpPr>
          <p:cNvPr id="17" name="Text 11"/>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B5-tail.jpg">    </p:cNvPr>
          <p:cNvPicPr>
            <a:picLocks noChangeAspect="1"/>
          </p:cNvPicPr>
          <p:nvPr/>
        </p:nvPicPr>
        <p:blipFill>
          <a:blip r:embed="rId5"/>
          <a:stretch>
            <a:fillRect/>
          </a:stretch>
        </p:blipFill>
        <p:spPr>
          <a:xfrm>
            <a:off x="3429000" y="3188500"/>
            <a:ext cx="1521864" cy="3174797"/>
          </a:xfrm>
          <a:prstGeom prst="rect">
            <a:avLst/>
          </a:prstGeom>
        </p:spPr>
      </p:pic>
      <p:sp>
        <p:nvSpPr>
          <p:cNvPr id="19" name="Text 12"/>
          <p:cNvSpPr/>
          <p:nvPr/>
        </p:nvSpPr>
        <p:spPr>
          <a:xfrm>
            <a:off x="3078969" y="1913739"/>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0" name="Text 13"/>
          <p:cNvSpPr/>
          <p:nvPr/>
        </p:nvSpPr>
        <p:spPr>
          <a:xfrm>
            <a:off x="3078969" y="3523756"/>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1" name="Text 14"/>
          <p:cNvSpPr/>
          <p:nvPr/>
        </p:nvSpPr>
        <p:spPr>
          <a:xfrm>
            <a:off x="3078969" y="4516954"/>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2" name="Text 15"/>
          <p:cNvSpPr/>
          <p:nvPr/>
        </p:nvSpPr>
        <p:spPr>
          <a:xfrm>
            <a:off x="3078969" y="4968432"/>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3" name="Text 16"/>
          <p:cNvSpPr/>
          <p:nvPr/>
        </p:nvSpPr>
        <p:spPr>
          <a:xfrm>
            <a:off x="5261760" y="2932468"/>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4" name="Text 17"/>
          <p:cNvSpPr/>
          <p:nvPr/>
        </p:nvSpPr>
        <p:spPr>
          <a:xfrm>
            <a:off x="5261760" y="320221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5" name="Text 18"/>
          <p:cNvSpPr/>
          <p:nvPr/>
        </p:nvSpPr>
        <p:spPr>
          <a:xfrm>
            <a:off x="5536080" y="318850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Search</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Finds a tree by its number</a:t>
            </a:r>
            <a:endParaRPr lang="en-US" sz="800" dirty="0"/>
          </a:p>
        </p:txBody>
      </p:sp>
      <p:sp>
        <p:nvSpPr>
          <p:cNvPr id="26" name="Text 19"/>
          <p:cNvSpPr/>
          <p:nvPr/>
        </p:nvSpPr>
        <p:spPr>
          <a:xfrm>
            <a:off x="5261760" y="347653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27" name="Text 20"/>
          <p:cNvSpPr/>
          <p:nvPr/>
        </p:nvSpPr>
        <p:spPr>
          <a:xfrm>
            <a:off x="5536080" y="346282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View metrics</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C1 Map</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38)</a:t>
            </a:r>
            <a:endParaRPr lang="en-US" sz="800" dirty="0"/>
          </a:p>
        </p:txBody>
      </p:sp>
      <p:sp>
        <p:nvSpPr>
          <p:cNvPr id="28" name="Text 21"/>
          <p:cNvSpPr/>
          <p:nvPr/>
        </p:nvSpPr>
        <p:spPr>
          <a:xfrm>
            <a:off x="5261760" y="375085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9" name="Text 22"/>
          <p:cNvSpPr/>
          <p:nvPr/>
        </p:nvSpPr>
        <p:spPr>
          <a:xfrm>
            <a:off x="5536080" y="373714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Canopy health On the map27%Poor</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Shows this metric on the map</a:t>
            </a:r>
            <a:endParaRPr lang="en-US" sz="800" dirty="0"/>
          </a:p>
        </p:txBody>
      </p:sp>
      <p:sp>
        <p:nvSpPr>
          <p:cNvPr id="30" name="Text 23"/>
          <p:cNvSpPr/>
          <p:nvPr/>
        </p:nvSpPr>
        <p:spPr>
          <a:xfrm>
            <a:off x="5261760" y="402517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31" name="Text 24"/>
          <p:cNvSpPr/>
          <p:nvPr/>
        </p:nvSpPr>
        <p:spPr>
          <a:xfrm>
            <a:off x="5536080" y="401146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Soil moisture41%Very dry</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Shows this metric on the map</a:t>
            </a:r>
            <a:endParaRPr lang="en-US" sz="800" dirty="0"/>
          </a:p>
        </p:txBody>
      </p:sp>
      <p:sp>
        <p:nvSpPr>
          <p:cNvPr id="32" name="Text 25"/>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33" name="Text 26"/>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B6</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Tree detail</a:t>
            </a:r>
            <a:endParaRPr lang="en-US" sz="2600" dirty="0"/>
          </a:p>
        </p:txBody>
      </p:sp>
      <p:pic>
        <p:nvPicPr>
          <p:cNvPr id="4" name="Image 0" descr="/home/user/white-label-mockup/.screendeck/B6.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40% of this screen is shown above</a:t>
            </a:r>
            <a:endParaRPr lang="en-US" sz="800" dirty="0"/>
          </a:p>
        </p:txBody>
      </p:sp>
      <p:pic>
        <p:nvPicPr>
          <p:cNvPr id="6" name="Image 1" descr="/home/user/white-label-mockup/.screendeck/B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Farm home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B5-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B5</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Tree field</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6-thumb.png">    </p:cNvPr>
          <p:cNvPicPr>
            <a:picLocks noChangeAspect="1"/>
          </p:cNvPicPr>
          <p:nvPr/>
        </p:nvPicPr>
        <p:blipFill>
          <a:blip r:embed="rId4"/>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B6</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Tree detail</a:t>
            </a:r>
            <a:endParaRPr lang="en-US" sz="600" dirty="0"/>
          </a:p>
        </p:txBody>
      </p:sp>
      <p:sp>
        <p:nvSpPr>
          <p:cNvPr id="17" name="Text 11"/>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B6-tail.jpg">    </p:cNvPr>
          <p:cNvPicPr>
            <a:picLocks noChangeAspect="1"/>
          </p:cNvPicPr>
          <p:nvPr/>
        </p:nvPicPr>
        <p:blipFill>
          <a:blip r:embed="rId5"/>
          <a:stretch>
            <a:fillRect/>
          </a:stretch>
        </p:blipFill>
        <p:spPr>
          <a:xfrm>
            <a:off x="3429000" y="3188500"/>
            <a:ext cx="1521864" cy="3174797"/>
          </a:xfrm>
          <a:prstGeom prst="rect">
            <a:avLst/>
          </a:prstGeom>
        </p:spPr>
      </p:pic>
      <p:sp>
        <p:nvSpPr>
          <p:cNvPr id="19" name="Text 12"/>
          <p:cNvSpPr/>
          <p:nvPr/>
        </p:nvSpPr>
        <p:spPr>
          <a:xfrm>
            <a:off x="3078969" y="1913739"/>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0" name="Text 13"/>
          <p:cNvSpPr/>
          <p:nvPr/>
        </p:nvSpPr>
        <p:spPr>
          <a:xfrm>
            <a:off x="5261760" y="2932468"/>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1" name="Text 14"/>
          <p:cNvSpPr/>
          <p:nvPr/>
        </p:nvSpPr>
        <p:spPr>
          <a:xfrm>
            <a:off x="5261760" y="320221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2" name="Text 15"/>
          <p:cNvSpPr/>
          <p:nvPr/>
        </p:nvSpPr>
        <p:spPr>
          <a:xfrm>
            <a:off x="5536080" y="318850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More</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Replace, mark as removed, record a note</a:t>
            </a:r>
            <a:endParaRPr lang="en-US" sz="800" dirty="0"/>
          </a:p>
        </p:txBody>
      </p:sp>
      <p:sp>
        <p:nvSpPr>
          <p:cNvPr id="23" name="Text 16"/>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24" name="Text 17"/>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B7</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Crop planner</a:t>
            </a:r>
            <a:endParaRPr lang="en-US" sz="2600" dirty="0"/>
          </a:p>
        </p:txBody>
      </p:sp>
      <p:pic>
        <p:nvPicPr>
          <p:cNvPr id="4" name="Image 0" descr="/home/user/white-label-mockup/.screendeck/B7.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35% of this screen is shown above</a:t>
            </a:r>
            <a:endParaRPr lang="en-US" sz="800" dirty="0"/>
          </a:p>
        </p:txBody>
      </p:sp>
      <p:pic>
        <p:nvPicPr>
          <p:cNvPr id="6" name="Image 1" descr="/home/user/white-label-mockup/.screendeck/B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Farm home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B7-thumb.png">    </p:cNvPr>
          <p:cNvPicPr>
            <a:picLocks noChangeAspect="1"/>
          </p:cNvPicPr>
          <p:nvPr/>
        </p:nvPicPr>
        <p:blipFill>
          <a:blip r:embed="rId3"/>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B7</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Crop planner</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3-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B3</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Crop cycles</a:t>
            </a:r>
            <a:endParaRPr lang="en-US" sz="600" dirty="0"/>
          </a:p>
        </p:txBody>
      </p:sp>
      <p:sp>
        <p:nvSpPr>
          <p:cNvPr id="17" name="Text 11"/>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B4-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9" name="Text 12"/>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B4</a:t>
            </a:r>
            <a:endParaRPr lang="en-US" sz="750" dirty="0"/>
          </a:p>
        </p:txBody>
      </p:sp>
      <p:sp>
        <p:nvSpPr>
          <p:cNvPr id="20" name="Text 13"/>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Add / edit crop cycle</a:t>
            </a:r>
            <a:endParaRPr lang="en-US" sz="600" dirty="0"/>
          </a:p>
        </p:txBody>
      </p:sp>
      <p:sp>
        <p:nvSpPr>
          <p:cNvPr id="21" name="Text 14"/>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22" name="Image 5" descr="/home/user/white-label-mockup/.screendeck/B7-tail.jpg">    </p:cNvPr>
          <p:cNvPicPr>
            <a:picLocks noChangeAspect="1"/>
          </p:cNvPicPr>
          <p:nvPr/>
        </p:nvPicPr>
        <p:blipFill>
          <a:blip r:embed="rId6"/>
          <a:stretch>
            <a:fillRect/>
          </a:stretch>
        </p:blipFill>
        <p:spPr>
          <a:xfrm>
            <a:off x="3429000" y="3188500"/>
            <a:ext cx="1521864" cy="3174797"/>
          </a:xfrm>
          <a:prstGeom prst="rect">
            <a:avLst/>
          </a:prstGeom>
        </p:spPr>
      </p:pic>
      <p:sp>
        <p:nvSpPr>
          <p:cNvPr id="23" name="Text 15"/>
          <p:cNvSpPr/>
          <p:nvPr/>
        </p:nvSpPr>
        <p:spPr>
          <a:xfrm>
            <a:off x="3078969" y="1913739"/>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4" name="Text 16"/>
          <p:cNvSpPr/>
          <p:nvPr/>
        </p:nvSpPr>
        <p:spPr>
          <a:xfrm>
            <a:off x="3078969" y="2548222"/>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5" name="Text 17"/>
          <p:cNvSpPr/>
          <p:nvPr/>
        </p:nvSpPr>
        <p:spPr>
          <a:xfrm>
            <a:off x="5261760" y="2932468"/>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6" name="Text 18"/>
          <p:cNvSpPr/>
          <p:nvPr/>
        </p:nvSpPr>
        <p:spPr>
          <a:xfrm>
            <a:off x="5261760" y="320221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7" name="Text 19"/>
          <p:cNvSpPr/>
          <p:nvPr/>
        </p:nvSpPr>
        <p:spPr>
          <a:xfrm>
            <a:off x="5536080" y="318850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About: Crop planner</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Opens the guidance for this screen</a:t>
            </a:r>
            <a:endParaRPr lang="en-US" sz="800" dirty="0"/>
          </a:p>
        </p:txBody>
      </p:sp>
      <p:sp>
        <p:nvSpPr>
          <p:cNvPr id="28" name="Text 20"/>
          <p:cNvSpPr/>
          <p:nvPr/>
        </p:nvSpPr>
        <p:spPr>
          <a:xfrm>
            <a:off x="5261760" y="347653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29" name="Text 21"/>
          <p:cNvSpPr/>
          <p:nvPr/>
        </p:nvSpPr>
        <p:spPr>
          <a:xfrm>
            <a:off x="5536080" y="346282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Plot 1 · WheatStarted 12 Feb · harvest aro</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Switches to another plot on this farm</a:t>
            </a:r>
            <a:endParaRPr lang="en-US" sz="800" dirty="0"/>
          </a:p>
        </p:txBody>
      </p:sp>
      <p:sp>
        <p:nvSpPr>
          <p:cNvPr id="30" name="Text 2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31" name="Text 2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B8</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Farm progress</a:t>
            </a:r>
            <a:endParaRPr lang="en-US" sz="2600" dirty="0"/>
          </a:p>
        </p:txBody>
      </p:sp>
      <p:pic>
        <p:nvPicPr>
          <p:cNvPr id="4" name="Image 0" descr="/home/user/white-label-mockup/.screendeck/B8.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45% of this screen is shown above</a:t>
            </a:r>
            <a:endParaRPr lang="en-US" sz="800" dirty="0"/>
          </a:p>
        </p:txBody>
      </p:sp>
      <p:pic>
        <p:nvPicPr>
          <p:cNvPr id="6" name="Image 1" descr="/home/user/white-label-mockup/.screendeck/B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Farm home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B8-thumb.png">    </p:cNvPr>
          <p:cNvPicPr>
            <a:picLocks noChangeAspect="1"/>
          </p:cNvPicPr>
          <p:nvPr/>
        </p:nvPicPr>
        <p:blipFill>
          <a:blip r:embed="rId3"/>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B8</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Farm progress</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2-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B2</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Plot detail</a:t>
            </a:r>
            <a:endParaRPr lang="en-US" sz="600" dirty="0"/>
          </a:p>
        </p:txBody>
      </p:sp>
      <p:sp>
        <p:nvSpPr>
          <p:cNvPr id="17" name="Text 11"/>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B8-tail.jpg">    </p:cNvPr>
          <p:cNvPicPr>
            <a:picLocks noChangeAspect="1"/>
          </p:cNvPicPr>
          <p:nvPr/>
        </p:nvPicPr>
        <p:blipFill>
          <a:blip r:embed="rId5"/>
          <a:stretch>
            <a:fillRect/>
          </a:stretch>
        </p:blipFill>
        <p:spPr>
          <a:xfrm>
            <a:off x="3429000" y="3188500"/>
            <a:ext cx="1521864" cy="3174797"/>
          </a:xfrm>
          <a:prstGeom prst="rect">
            <a:avLst/>
          </a:prstGeom>
        </p:spPr>
      </p:pic>
      <p:sp>
        <p:nvSpPr>
          <p:cNvPr id="19" name="Text 12"/>
          <p:cNvSpPr/>
          <p:nvPr/>
        </p:nvSpPr>
        <p:spPr>
          <a:xfrm>
            <a:off x="3078969" y="1913739"/>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0" name="Text 13"/>
          <p:cNvSpPr/>
          <p:nvPr/>
        </p:nvSpPr>
        <p:spPr>
          <a:xfrm>
            <a:off x="5261760" y="2932468"/>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1" name="Text 14"/>
          <p:cNvSpPr/>
          <p:nvPr/>
        </p:nvSpPr>
        <p:spPr>
          <a:xfrm>
            <a:off x="5261760" y="320221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2" name="Text 15"/>
          <p:cNvSpPr/>
          <p:nvPr/>
        </p:nvSpPr>
        <p:spPr>
          <a:xfrm>
            <a:off x="5536080" y="318850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About: Farm progress</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Opens the guidance for this screen</a:t>
            </a:r>
            <a:endParaRPr lang="en-US" sz="800" dirty="0"/>
          </a:p>
        </p:txBody>
      </p:sp>
      <p:sp>
        <p:nvSpPr>
          <p:cNvPr id="23" name="Text 16"/>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24" name="Text 17"/>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B9</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Add fields</a:t>
            </a:r>
            <a:endParaRPr lang="en-US" sz="2600" dirty="0"/>
          </a:p>
        </p:txBody>
      </p:sp>
      <p:pic>
        <p:nvPicPr>
          <p:cNvPr id="4" name="Image 0" descr="/home/user/white-label-mockup/.screendeck/B9.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B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Farm home</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B9-thumb.png">    </p:cNvPr>
          <p:cNvPicPr>
            <a:picLocks noChangeAspect="1"/>
          </p:cNvPicPr>
          <p:nvPr/>
        </p:nvPicPr>
        <p:blipFill>
          <a:blip r:embed="rId3"/>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B9</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Add fields</a:t>
            </a:r>
            <a:endParaRPr lang="en-US" sz="600" dirty="0"/>
          </a:p>
        </p:txBody>
      </p:sp>
      <p:sp>
        <p:nvSpPr>
          <p:cNvPr id="12" name="Text 7"/>
          <p:cNvSpPr/>
          <p:nvPr/>
        </p:nvSpPr>
        <p:spPr>
          <a:xfrm>
            <a:off x="3078969" y="3269780"/>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3" name="Text 8"/>
          <p:cNvSpPr/>
          <p:nvPr/>
        </p:nvSpPr>
        <p:spPr>
          <a:xfrm>
            <a:off x="3078969" y="3598628"/>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Text 9"/>
          <p:cNvSpPr/>
          <p:nvPr/>
        </p:nvSpPr>
        <p:spPr>
          <a:xfrm>
            <a:off x="3078969" y="5058673"/>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5" name="Text 10"/>
          <p:cNvSpPr/>
          <p:nvPr/>
        </p:nvSpPr>
        <p:spPr>
          <a:xfrm>
            <a:off x="3078969" y="6130045"/>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6" name="Text 11"/>
          <p:cNvSpPr/>
          <p:nvPr/>
        </p:nvSpPr>
        <p:spPr>
          <a:xfrm>
            <a:off x="3429000" y="2932468"/>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17" name="Text 12"/>
          <p:cNvSpPr/>
          <p:nvPr/>
        </p:nvSpPr>
        <p:spPr>
          <a:xfrm>
            <a:off x="3429000" y="320221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8" name="Text 13"/>
          <p:cNvSpPr/>
          <p:nvPr/>
        </p:nvSpPr>
        <p:spPr>
          <a:xfrm>
            <a:off x="3703320" y="318850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Draw a field</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Adds a field to draw corner by corner</a:t>
            </a:r>
            <a:endParaRPr lang="en-US" sz="800" dirty="0"/>
          </a:p>
        </p:txBody>
      </p:sp>
      <p:sp>
        <p:nvSpPr>
          <p:cNvPr id="19" name="Text 14"/>
          <p:cNvSpPr/>
          <p:nvPr/>
        </p:nvSpPr>
        <p:spPr>
          <a:xfrm>
            <a:off x="3429000" y="347653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20" name="Text 15"/>
          <p:cNvSpPr/>
          <p:nvPr/>
        </p:nvSpPr>
        <p:spPr>
          <a:xfrm>
            <a:off x="3703320" y="346282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Round field</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Adds a round field: tap its centre, drag its edge</a:t>
            </a:r>
            <a:endParaRPr lang="en-US" sz="800" dirty="0"/>
          </a:p>
        </p:txBody>
      </p:sp>
      <p:sp>
        <p:nvSpPr>
          <p:cNvPr id="21" name="Text 16"/>
          <p:cNvSpPr/>
          <p:nvPr/>
        </p:nvSpPr>
        <p:spPr>
          <a:xfrm>
            <a:off x="3429000" y="375085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2" name="Text 17"/>
          <p:cNvSpPr/>
          <p:nvPr/>
        </p:nvSpPr>
        <p:spPr>
          <a:xfrm>
            <a:off x="3703320" y="373714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Your fields</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Folds the list of fields away, and opens it again</a:t>
            </a:r>
            <a:endParaRPr lang="en-US" sz="800" dirty="0"/>
          </a:p>
        </p:txBody>
      </p:sp>
      <p:sp>
        <p:nvSpPr>
          <p:cNvPr id="23" name="Text 18"/>
          <p:cNvSpPr/>
          <p:nvPr/>
        </p:nvSpPr>
        <p:spPr>
          <a:xfrm>
            <a:off x="3429000" y="402517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24" name="Text 19"/>
          <p:cNvSpPr/>
          <p:nvPr/>
        </p:nvSpPr>
        <p:spPr>
          <a:xfrm>
            <a:off x="3703320" y="401146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Continue to quote</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A16 Your fields</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18)</a:t>
            </a:r>
            <a:endParaRPr lang="en-US" sz="800" dirty="0"/>
          </a:p>
        </p:txBody>
      </p:sp>
      <p:sp>
        <p:nvSpPr>
          <p:cNvPr id="25" name="Text 20"/>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26" name="Text 21"/>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B10</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Manage workforce</a:t>
            </a:r>
            <a:endParaRPr lang="en-US" sz="2600" dirty="0"/>
          </a:p>
        </p:txBody>
      </p:sp>
      <p:pic>
        <p:nvPicPr>
          <p:cNvPr id="4" name="Image 0" descr="/home/user/white-label-mockup/.screendeck/B10.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55% of this screen is shown above</a:t>
            </a:r>
            <a:endParaRPr lang="en-US" sz="800" dirty="0"/>
          </a:p>
        </p:txBody>
      </p:sp>
      <p:pic>
        <p:nvPicPr>
          <p:cNvPr id="6" name="Image 1" descr="/home/user/white-label-mockup/.screendeck/B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Farm home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B10-thumb.png">    </p:cNvPr>
          <p:cNvPicPr>
            <a:picLocks noChangeAspect="1"/>
          </p:cNvPicPr>
          <p:nvPr/>
        </p:nvPicPr>
        <p:blipFill>
          <a:blip r:embed="rId3"/>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B10</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Manage workforce</a:t>
            </a:r>
            <a:endParaRPr lang="en-US" sz="600" dirty="0"/>
          </a:p>
        </p:txBody>
      </p:sp>
      <p:sp>
        <p:nvSpPr>
          <p:cNvPr id="13" name="Text 8"/>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4" name="Image 3" descr="/home/user/white-label-mockup/.screendeck/B10-tail.jpg">    </p:cNvPr>
          <p:cNvPicPr>
            <a:picLocks noChangeAspect="1"/>
          </p:cNvPicPr>
          <p:nvPr/>
        </p:nvPicPr>
        <p:blipFill>
          <a:blip r:embed="rId4"/>
          <a:stretch>
            <a:fillRect/>
          </a:stretch>
        </p:blipFill>
        <p:spPr>
          <a:xfrm>
            <a:off x="3429000" y="3188500"/>
            <a:ext cx="1521864" cy="3174797"/>
          </a:xfrm>
          <a:prstGeom prst="rect">
            <a:avLst/>
          </a:prstGeom>
        </p:spPr>
      </p:pic>
      <p:sp>
        <p:nvSpPr>
          <p:cNvPr id="15" name="Text 9"/>
          <p:cNvSpPr/>
          <p:nvPr/>
        </p:nvSpPr>
        <p:spPr>
          <a:xfrm>
            <a:off x="3078969" y="4374138"/>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6" name="Text 10"/>
          <p:cNvSpPr/>
          <p:nvPr/>
        </p:nvSpPr>
        <p:spPr>
          <a:xfrm>
            <a:off x="3078969" y="4791071"/>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7" name="Text 11"/>
          <p:cNvSpPr/>
          <p:nvPr/>
        </p:nvSpPr>
        <p:spPr>
          <a:xfrm>
            <a:off x="5261760" y="2932468"/>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18" name="Text 12"/>
          <p:cNvSpPr/>
          <p:nvPr/>
        </p:nvSpPr>
        <p:spPr>
          <a:xfrm>
            <a:off x="5261760" y="320221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9" name="Text 13"/>
          <p:cNvSpPr/>
          <p:nvPr/>
        </p:nvSpPr>
        <p:spPr>
          <a:xfrm>
            <a:off x="5536080" y="318850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Invite in personShow a QR code</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Shows the code on this phone for the other person to scan</a:t>
            </a:r>
            <a:endParaRPr lang="en-US" sz="800" dirty="0"/>
          </a:p>
        </p:txBody>
      </p:sp>
      <p:sp>
        <p:nvSpPr>
          <p:cNvPr id="20" name="Text 14"/>
          <p:cNvSpPr/>
          <p:nvPr/>
        </p:nvSpPr>
        <p:spPr>
          <a:xfrm>
            <a:off x="5261760" y="347653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21" name="Text 15"/>
          <p:cNvSpPr/>
          <p:nvPr/>
        </p:nvSpPr>
        <p:spPr>
          <a:xfrm>
            <a:off x="5536080" y="346282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Invite by SMSSend a six-digit code</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Sends the code to somebody who is not here</a:t>
            </a:r>
            <a:endParaRPr lang="en-US" sz="800" dirty="0"/>
          </a:p>
        </p:txBody>
      </p:sp>
      <p:sp>
        <p:nvSpPr>
          <p:cNvPr id="22" name="Text 16"/>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23" name="Text 17"/>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14230"/>
        </a:solidFill>
      </p:bgPr>
    </p:bg>
    <p:spTree>
      <p:nvGrpSpPr>
        <p:cNvPr id="1" name=""/>
        <p:cNvGrpSpPr/>
        <p:nvPr/>
      </p:nvGrpSpPr>
      <p:grpSpPr>
        <a:xfrm>
          <a:off x="0" y="0"/>
          <a:ext cx="0" cy="0"/>
          <a:chOff x="0" y="0"/>
          <a:chExt cx="0" cy="0"/>
        </a:xfrm>
      </p:grpSpPr>
      <p:sp>
        <p:nvSpPr>
          <p:cNvPr id="2" name="Text 0"/>
          <p:cNvSpPr/>
          <p:nvPr/>
        </p:nvSpPr>
        <p:spPr>
          <a:xfrm>
            <a:off x="502920" y="2788920"/>
            <a:ext cx="8229600" cy="365760"/>
          </a:xfrm>
          <a:prstGeom prst="rect">
            <a:avLst/>
          </a:prstGeom>
          <a:noFill/>
          <a:ln/>
        </p:spPr>
        <p:txBody>
          <a:bodyPr wrap="square" lIns="0" tIns="0" rIns="0" bIns="0" rtlCol="0" anchor="ctr"/>
          <a:lstStyle/>
          <a:p>
            <a:pPr indent="0" marL="0">
              <a:buNone/>
            </a:pPr>
            <a:r>
              <a:rPr lang="en-US" sz="1200" b="1" spc="220" kern="0" dirty="0">
                <a:solidFill>
                  <a:srgbClr val="A9C6B6"/>
                </a:solidFill>
                <a:latin typeface="Calibri" pitchFamily="34" charset="0"/>
                <a:ea typeface="Calibri" pitchFamily="34" charset="-122"/>
                <a:cs typeface="Calibri" pitchFamily="34" charset="-120"/>
              </a:rPr>
              <a:t>SECTION 4 OF 6</a:t>
            </a:r>
            <a:endParaRPr lang="en-US" sz="1200" dirty="0"/>
          </a:p>
        </p:txBody>
      </p:sp>
      <p:sp>
        <p:nvSpPr>
          <p:cNvPr id="3" name="Text 1"/>
          <p:cNvSpPr/>
          <p:nvPr/>
        </p:nvSpPr>
        <p:spPr>
          <a:xfrm>
            <a:off x="502920" y="3200400"/>
            <a:ext cx="8686800" cy="100584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Map</a:t>
            </a:r>
            <a:endParaRPr lang="en-US" sz="4800" dirty="0"/>
          </a:p>
        </p:txBody>
      </p:sp>
      <p:sp>
        <p:nvSpPr>
          <p:cNvPr id="4" name="Text 2"/>
          <p:cNvSpPr/>
          <p:nvPr/>
        </p:nvSpPr>
        <p:spPr>
          <a:xfrm>
            <a:off x="502920" y="4297680"/>
            <a:ext cx="8686800" cy="365760"/>
          </a:xfrm>
          <a:prstGeom prst="rect">
            <a:avLst/>
          </a:prstGeom>
          <a:noFill/>
          <a:ln/>
        </p:spPr>
        <p:txBody>
          <a:bodyPr wrap="square" lIns="0" tIns="0" rIns="0" bIns="0" rtlCol="0" anchor="ctr"/>
          <a:lstStyle/>
          <a:p>
            <a:pPr indent="0" marL="0">
              <a:buNone/>
            </a:pPr>
            <a:r>
              <a:rPr lang="en-US" sz="1100" dirty="0">
                <a:solidFill>
                  <a:srgbClr val="A9C6B6"/>
                </a:solidFill>
                <a:latin typeface="Calibri" pitchFamily="34" charset="0"/>
                <a:ea typeface="Calibri" pitchFamily="34" charset="-122"/>
                <a:cs typeface="Calibri" pitchFamily="34" charset="-120"/>
              </a:rPr>
              <a:t>4 screens  ·  C1 · C2 · C4 · C5</a:t>
            </a:r>
            <a:endParaRPr lang="en-US" sz="1100" dirty="0"/>
          </a:p>
        </p:txBody>
      </p:sp>
      <p:sp>
        <p:nvSpPr>
          <p:cNvPr id="5" name="Text 3"/>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A9C6B6"/>
                </a:solidFill>
                <a:latin typeface="Calibri" pitchFamily="34" charset="0"/>
                <a:ea typeface="Calibri" pitchFamily="34" charset="-122"/>
                <a:cs typeface="Calibri" pitchFamily="34" charset="-120"/>
              </a:rPr>
              <a:t>Wafra Farm App · UI mockup v1.7.4</a:t>
            </a:r>
            <a:endParaRPr lang="en-US" sz="900" dirty="0"/>
          </a:p>
        </p:txBody>
      </p:sp>
      <p:sp>
        <p:nvSpPr>
          <p:cNvPr id="6" name="Text 4"/>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A9C6B6"/>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MAP</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C1</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Map</a:t>
            </a:r>
            <a:endParaRPr lang="en-US" sz="2600" dirty="0"/>
          </a:p>
        </p:txBody>
      </p:sp>
      <p:pic>
        <p:nvPicPr>
          <p:cNvPr id="4" name="Image 0" descr="/home/user/white-label-mockup/.screendeck/C1.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C1-thumb.png">    </p:cNvPr>
          <p:cNvPicPr>
            <a:picLocks noChangeAspect="1"/>
          </p:cNvPicPr>
          <p:nvPr/>
        </p:nvPicPr>
        <p:blipFill>
          <a:blip r:embed="rId2"/>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C1</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Map</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C2-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C2</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Layers</a:t>
            </a:r>
            <a:endParaRPr lang="en-US" sz="600" dirty="0"/>
          </a:p>
        </p:txBody>
      </p:sp>
      <p:sp>
        <p:nvSpPr>
          <p:cNvPr id="12" name="Text 7"/>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B2-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4" name="Text 8"/>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B2</a:t>
            </a:r>
            <a:endParaRPr lang="en-US" sz="750" dirty="0"/>
          </a:p>
        </p:txBody>
      </p:sp>
      <p:sp>
        <p:nvSpPr>
          <p:cNvPr id="15" name="Text 9"/>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Plot detail</a:t>
            </a:r>
            <a:endParaRPr lang="en-US" sz="600" dirty="0"/>
          </a:p>
        </p:txBody>
      </p:sp>
      <p:sp>
        <p:nvSpPr>
          <p:cNvPr id="16" name="Text 10"/>
          <p:cNvSpPr/>
          <p:nvPr/>
        </p:nvSpPr>
        <p:spPr>
          <a:xfrm>
            <a:off x="3078969" y="1901994"/>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7" name="Text 11"/>
          <p:cNvSpPr/>
          <p:nvPr/>
        </p:nvSpPr>
        <p:spPr>
          <a:xfrm>
            <a:off x="3078969" y="2176314"/>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8" name="Text 12"/>
          <p:cNvSpPr/>
          <p:nvPr/>
        </p:nvSpPr>
        <p:spPr>
          <a:xfrm>
            <a:off x="3078969" y="2450634"/>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9" name="Text 13"/>
          <p:cNvSpPr/>
          <p:nvPr/>
        </p:nvSpPr>
        <p:spPr>
          <a:xfrm>
            <a:off x="3078969" y="2724954"/>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Text 14"/>
          <p:cNvSpPr/>
          <p:nvPr/>
        </p:nvSpPr>
        <p:spPr>
          <a:xfrm>
            <a:off x="3078969" y="5090741"/>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1" name="Text 15"/>
          <p:cNvSpPr/>
          <p:nvPr/>
        </p:nvSpPr>
        <p:spPr>
          <a:xfrm>
            <a:off x="3429000" y="2932468"/>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2" name="Text 16"/>
          <p:cNvSpPr/>
          <p:nvPr/>
        </p:nvSpPr>
        <p:spPr>
          <a:xfrm>
            <a:off x="3429000" y="320221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3" name="Text 17"/>
          <p:cNvSpPr/>
          <p:nvPr/>
        </p:nvSpPr>
        <p:spPr>
          <a:xfrm>
            <a:off x="3703320" y="318850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All farms</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Switches which farm the map is showing</a:t>
            </a:r>
            <a:endParaRPr lang="en-US" sz="800" dirty="0"/>
          </a:p>
        </p:txBody>
      </p:sp>
      <p:sp>
        <p:nvSpPr>
          <p:cNvPr id="24" name="Text 18"/>
          <p:cNvSpPr/>
          <p:nvPr/>
        </p:nvSpPr>
        <p:spPr>
          <a:xfrm>
            <a:off x="3429000" y="347653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25" name="Text 19"/>
          <p:cNvSpPr/>
          <p:nvPr/>
        </p:nvSpPr>
        <p:spPr>
          <a:xfrm>
            <a:off x="3703320" y="346282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Search a place, farm, plot or tree</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Finds a place, a farm, a plot or a tree</a:t>
            </a:r>
            <a:endParaRPr lang="en-US" sz="800" dirty="0"/>
          </a:p>
        </p:txBody>
      </p:sp>
      <p:sp>
        <p:nvSpPr>
          <p:cNvPr id="26" name="Text 20"/>
          <p:cNvSpPr/>
          <p:nvPr/>
        </p:nvSpPr>
        <p:spPr>
          <a:xfrm>
            <a:off x="3429000" y="375085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7" name="Text 21"/>
          <p:cNvSpPr/>
          <p:nvPr/>
        </p:nvSpPr>
        <p:spPr>
          <a:xfrm>
            <a:off x="3703320" y="373714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Layers</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C2 Layers</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39)</a:t>
            </a:r>
            <a:endParaRPr lang="en-US" sz="800" dirty="0"/>
          </a:p>
        </p:txBody>
      </p:sp>
      <p:sp>
        <p:nvSpPr>
          <p:cNvPr id="28" name="Text 22"/>
          <p:cNvSpPr/>
          <p:nvPr/>
        </p:nvSpPr>
        <p:spPr>
          <a:xfrm>
            <a:off x="3429000" y="402517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29" name="Text 23"/>
          <p:cNvSpPr/>
          <p:nvPr/>
        </p:nvSpPr>
        <p:spPr>
          <a:xfrm>
            <a:off x="3703320" y="401146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Compare</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C4 Compare dates</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40)</a:t>
            </a:r>
            <a:endParaRPr lang="en-US" sz="800" dirty="0"/>
          </a:p>
        </p:txBody>
      </p:sp>
      <p:sp>
        <p:nvSpPr>
          <p:cNvPr id="30" name="Text 24"/>
          <p:cNvSpPr/>
          <p:nvPr/>
        </p:nvSpPr>
        <p:spPr>
          <a:xfrm>
            <a:off x="3429000" y="429949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31" name="Text 25"/>
          <p:cNvSpPr/>
          <p:nvPr/>
        </p:nvSpPr>
        <p:spPr>
          <a:xfrm>
            <a:off x="3703320" y="428578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Pick a metric. Showing Plant health</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Opens the list of metrics, each explained</a:t>
            </a:r>
            <a:endParaRPr lang="en-US" sz="800" dirty="0"/>
          </a:p>
        </p:txBody>
      </p:sp>
      <p:sp>
        <p:nvSpPr>
          <p:cNvPr id="32" name="Text 26"/>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33" name="Text 27"/>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MAP</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C2</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Layers</a:t>
            </a:r>
            <a:endParaRPr lang="en-US" sz="2600" dirty="0"/>
          </a:p>
        </p:txBody>
      </p:sp>
      <p:pic>
        <p:nvPicPr>
          <p:cNvPr id="4" name="Image 0" descr="/home/user/white-label-mockup/.screendeck/C2.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C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C1</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Map</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C2-thumb.png">    </p:cNvPr>
          <p:cNvPicPr>
            <a:picLocks noChangeAspect="1"/>
          </p:cNvPicPr>
          <p:nvPr/>
        </p:nvPicPr>
        <p:blipFill>
          <a:blip r:embed="rId3"/>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C2</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Layers</a:t>
            </a:r>
            <a:endParaRPr lang="en-US" sz="600" dirty="0"/>
          </a:p>
        </p:txBody>
      </p:sp>
      <p:sp>
        <p:nvSpPr>
          <p:cNvPr id="12" name="Text 7"/>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B2-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4" name="Text 8"/>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B2</a:t>
            </a:r>
            <a:endParaRPr lang="en-US" sz="750" dirty="0"/>
          </a:p>
        </p:txBody>
      </p:sp>
      <p:sp>
        <p:nvSpPr>
          <p:cNvPr id="15" name="Text 9"/>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Plot detail</a:t>
            </a:r>
            <a:endParaRPr lang="en-US" sz="600" dirty="0"/>
          </a:p>
        </p:txBody>
      </p:sp>
      <p:sp>
        <p:nvSpPr>
          <p:cNvPr id="16" name="Text 10"/>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17" name="Text 11"/>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MAP</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C4</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Compare dates</a:t>
            </a:r>
            <a:endParaRPr lang="en-US" sz="2600" dirty="0"/>
          </a:p>
        </p:txBody>
      </p:sp>
      <p:pic>
        <p:nvPicPr>
          <p:cNvPr id="4" name="Image 0" descr="/home/user/white-label-mockup/.screendeck/C4.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C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C1</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Map</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C4-thumb.png">    </p:cNvPr>
          <p:cNvPicPr>
            <a:picLocks noChangeAspect="1"/>
          </p:cNvPicPr>
          <p:nvPr/>
        </p:nvPicPr>
        <p:blipFill>
          <a:blip r:embed="rId3"/>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C4</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Compare dates</a:t>
            </a:r>
            <a:endParaRPr lang="en-US" sz="600" dirty="0"/>
          </a:p>
        </p:txBody>
      </p:sp>
      <p:sp>
        <p:nvSpPr>
          <p:cNvPr id="12" name="Text 7"/>
          <p:cNvSpPr/>
          <p:nvPr/>
        </p:nvSpPr>
        <p:spPr>
          <a:xfrm>
            <a:off x="3078969" y="5472440"/>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3" name="Text 8"/>
          <p:cNvSpPr/>
          <p:nvPr/>
        </p:nvSpPr>
        <p:spPr>
          <a:xfrm>
            <a:off x="3429000" y="2932468"/>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14" name="Text 9"/>
          <p:cNvSpPr/>
          <p:nvPr/>
        </p:nvSpPr>
        <p:spPr>
          <a:xfrm>
            <a:off x="3429000" y="320221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5" name="Text 10"/>
          <p:cNvSpPr/>
          <p:nvPr/>
        </p:nvSpPr>
        <p:spPr>
          <a:xfrm>
            <a:off x="3703320" y="318850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Pick a metric. Showing Plant health</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Opens the list of metrics, each explained</a:t>
            </a:r>
            <a:endParaRPr lang="en-US" sz="800" dirty="0"/>
          </a:p>
        </p:txBody>
      </p:sp>
      <p:sp>
        <p:nvSpPr>
          <p:cNvPr id="16" name="Text 11"/>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17" name="Text 12"/>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MAP</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C5</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Boundary editor</a:t>
            </a:r>
            <a:endParaRPr lang="en-US" sz="2600" dirty="0"/>
          </a:p>
        </p:txBody>
      </p:sp>
      <p:pic>
        <p:nvPicPr>
          <p:cNvPr id="4" name="Image 0" descr="/home/user/white-label-mockup/.screendeck/C5.png">    </p:cNvPr>
          <p:cNvPicPr>
            <a:picLocks noChangeAspect="1"/>
          </p:cNvPicPr>
          <p:nvPr/>
        </p:nvPicPr>
        <p:blipFill>
          <a:blip r:embed="rId1"/>
          <a:stretch>
            <a:fillRect/>
          </a:stretch>
        </p:blipFill>
        <p:spPr>
          <a:xfrm>
            <a:off x="502920" y="1417320"/>
            <a:ext cx="2454619" cy="5120640"/>
          </a:xfrm>
          <a:prstGeom prst="rect">
            <a:avLst/>
          </a:prstGeom>
        </p:spPr>
      </p:pic>
      <p:sp>
        <p:nvSpPr>
          <p:cNvPr id="5" name="Shape 2"/>
          <p:cNvSpPr/>
          <p:nvPr/>
        </p:nvSpPr>
        <p:spPr>
          <a:xfrm>
            <a:off x="7123176" y="5010912"/>
            <a:ext cx="3063240" cy="1755648"/>
          </a:xfrm>
          <a:prstGeom prst="rect">
            <a:avLst/>
          </a:prstGeom>
          <a:solidFill>
            <a:srgbClr val="F2F7F4"/>
          </a:solidFill>
          <a:ln w="12700">
            <a:solidFill>
              <a:srgbClr val="A9C6B6"/>
            </a:solidFill>
            <a:prstDash val="solid"/>
          </a:ln>
        </p:spPr>
      </p:sp>
      <p:sp>
        <p:nvSpPr>
          <p:cNvPr id="6" name="Text 3"/>
          <p:cNvSpPr/>
          <p:nvPr/>
        </p:nvSpPr>
        <p:spPr>
          <a:xfrm>
            <a:off x="7269480" y="5138928"/>
            <a:ext cx="2770632" cy="1517904"/>
          </a:xfrm>
          <a:prstGeom prst="rect">
            <a:avLst/>
          </a:prstGeom>
          <a:noFill/>
          <a:ln/>
        </p:spPr>
        <p:txBody>
          <a:bodyPr wrap="square" lIns="0" tIns="0" rIns="0" bIns="0" rtlCol="0" anchor="t"/>
          <a:lstStyle/>
          <a:p>
            <a:pPr indent="0" marL="0">
              <a:lnSpc>
                <a:spcPts val="1100"/>
              </a:lnSpc>
              <a:buNone/>
            </a:pPr>
            <a:r>
              <a:rPr lang="en-US" sz="850" dirty="0">
                <a:solidFill>
                  <a:srgbClr val="4A5852"/>
                </a:solidFill>
                <a:latin typeface="Calibri" pitchFamily="34" charset="0"/>
                <a:ea typeface="Calibri" pitchFamily="34" charset="-122"/>
                <a:cs typeface="Calibri" pitchFamily="34" charset="-120"/>
              </a:rPr>
              <a:t>•  The boundary editor corrects the shape of one outline after the fact — a plot the survey drew slightly wrong, or a farm outline that has changed. Drag a corner to move it, add or remove corners, and split, join or remove the shape.</a:t>
            </a:r>
            <a:endParaRPr lang="en-US" sz="850" dirty="0"/>
          </a:p>
          <a:p>
            <a:pPr indent="0" marL="0">
              <a:lnSpc>
                <a:spcPts val="1100"/>
              </a:lnSpc>
              <a:buNone/>
            </a:pPr>
            <a:r>
              <a:rPr lang="en-US" sz="850" dirty="0">
                <a:solidFill>
                  <a:srgbClr val="4A5852"/>
                </a:solidFill>
                <a:latin typeface="Calibri" pitchFamily="34" charset="0"/>
                <a:ea typeface="Calibri" pitchFamily="34" charset="-122"/>
                <a:cs typeface="Calibri" pitchFamily="34" charset="-120"/>
              </a:rPr>
              <a:t>•  The old outline is kept, with who changed it and when, so past analytics stay attached to the shape that was live at the time.</a:t>
            </a:r>
            <a:endParaRPr lang="en-US" sz="850" dirty="0"/>
          </a:p>
        </p:txBody>
      </p:sp>
      <p:sp>
        <p:nvSpPr>
          <p:cNvPr id="7" name="Text 4"/>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8" name="Text 5"/>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14230"/>
        </a:solidFill>
      </p:bgPr>
    </p:bg>
    <p:spTree>
      <p:nvGrpSpPr>
        <p:cNvPr id="1" name=""/>
        <p:cNvGrpSpPr/>
        <p:nvPr/>
      </p:nvGrpSpPr>
      <p:grpSpPr>
        <a:xfrm>
          <a:off x="0" y="0"/>
          <a:ext cx="0" cy="0"/>
          <a:chOff x="0" y="0"/>
          <a:chExt cx="0" cy="0"/>
        </a:xfrm>
      </p:grpSpPr>
      <p:sp>
        <p:nvSpPr>
          <p:cNvPr id="2" name="Text 0"/>
          <p:cNvSpPr/>
          <p:nvPr/>
        </p:nvSpPr>
        <p:spPr>
          <a:xfrm>
            <a:off x="502920" y="2788920"/>
            <a:ext cx="8229600" cy="365760"/>
          </a:xfrm>
          <a:prstGeom prst="rect">
            <a:avLst/>
          </a:prstGeom>
          <a:noFill/>
          <a:ln/>
        </p:spPr>
        <p:txBody>
          <a:bodyPr wrap="square" lIns="0" tIns="0" rIns="0" bIns="0" rtlCol="0" anchor="ctr"/>
          <a:lstStyle/>
          <a:p>
            <a:pPr indent="0" marL="0">
              <a:buNone/>
            </a:pPr>
            <a:r>
              <a:rPr lang="en-US" sz="1200" b="1" spc="220" kern="0" dirty="0">
                <a:solidFill>
                  <a:srgbClr val="A9C6B6"/>
                </a:solidFill>
                <a:latin typeface="Calibri" pitchFamily="34" charset="0"/>
                <a:ea typeface="Calibri" pitchFamily="34" charset="-122"/>
                <a:cs typeface="Calibri" pitchFamily="34" charset="-120"/>
              </a:rPr>
              <a:t>SECTION 5 OF 6</a:t>
            </a:r>
            <a:endParaRPr lang="en-US" sz="1200" dirty="0"/>
          </a:p>
        </p:txBody>
      </p:sp>
      <p:sp>
        <p:nvSpPr>
          <p:cNvPr id="3" name="Text 1"/>
          <p:cNvSpPr/>
          <p:nvPr/>
        </p:nvSpPr>
        <p:spPr>
          <a:xfrm>
            <a:off x="502920" y="3200400"/>
            <a:ext cx="8686800" cy="100584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Advice</a:t>
            </a:r>
            <a:endParaRPr lang="en-US" sz="4800" dirty="0"/>
          </a:p>
        </p:txBody>
      </p:sp>
      <p:sp>
        <p:nvSpPr>
          <p:cNvPr id="4" name="Text 2"/>
          <p:cNvSpPr/>
          <p:nvPr/>
        </p:nvSpPr>
        <p:spPr>
          <a:xfrm>
            <a:off x="502920" y="4297680"/>
            <a:ext cx="8686800" cy="365760"/>
          </a:xfrm>
          <a:prstGeom prst="rect">
            <a:avLst/>
          </a:prstGeom>
          <a:noFill/>
          <a:ln/>
        </p:spPr>
        <p:txBody>
          <a:bodyPr wrap="square" lIns="0" tIns="0" rIns="0" bIns="0" rtlCol="0" anchor="ctr"/>
          <a:lstStyle/>
          <a:p>
            <a:pPr indent="0" marL="0">
              <a:buNone/>
            </a:pPr>
            <a:r>
              <a:rPr lang="en-US" sz="1100" dirty="0">
                <a:solidFill>
                  <a:srgbClr val="A9C6B6"/>
                </a:solidFill>
                <a:latin typeface="Calibri" pitchFamily="34" charset="0"/>
                <a:ea typeface="Calibri" pitchFamily="34" charset="-122"/>
                <a:cs typeface="Calibri" pitchFamily="34" charset="-120"/>
              </a:rPr>
              <a:t>6 screens  ·  D1 · D2 · D3 · D4 · D5 · D6</a:t>
            </a:r>
            <a:endParaRPr lang="en-US" sz="1100" dirty="0"/>
          </a:p>
        </p:txBody>
      </p:sp>
      <p:sp>
        <p:nvSpPr>
          <p:cNvPr id="5" name="Text 3"/>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A9C6B6"/>
                </a:solidFill>
                <a:latin typeface="Calibri" pitchFamily="34" charset="0"/>
                <a:ea typeface="Calibri" pitchFamily="34" charset="-122"/>
                <a:cs typeface="Calibri" pitchFamily="34" charset="-120"/>
              </a:rPr>
              <a:t>Wafra Farm App · UI mockup v1.7.4</a:t>
            </a:r>
            <a:endParaRPr lang="en-US" sz="900" dirty="0"/>
          </a:p>
        </p:txBody>
      </p:sp>
      <p:sp>
        <p:nvSpPr>
          <p:cNvPr id="6" name="Text 4"/>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A9C6B6"/>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ADVICE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D1</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Advice inbox</a:t>
            </a:r>
            <a:endParaRPr lang="en-US" sz="2600" dirty="0"/>
          </a:p>
        </p:txBody>
      </p:sp>
      <p:pic>
        <p:nvPicPr>
          <p:cNvPr id="4" name="Image 0" descr="/home/user/white-label-mockup/.screendeck/D1.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30% of this screen is shown above</a:t>
            </a:r>
            <a:endParaRPr lang="en-US" sz="800" dirty="0"/>
          </a:p>
        </p:txBody>
      </p:sp>
      <p:pic>
        <p:nvPicPr>
          <p:cNvPr id="6" name="Image 1" descr="/home/user/white-label-mockup/.screendeck/D1-thumb.png">    </p:cNvPr>
          <p:cNvPicPr>
            <a:picLocks noChangeAspect="1"/>
          </p:cNvPicPr>
          <p:nvPr/>
        </p:nvPicPr>
        <p:blipFill>
          <a:blip r:embed="rId2"/>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D1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Advice inbox</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D2-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D2</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Irrigation advice</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12-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B12</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Irrigation schedule</a:t>
            </a:r>
            <a:endParaRPr lang="en-US" sz="600" dirty="0"/>
          </a:p>
        </p:txBody>
      </p:sp>
      <p:sp>
        <p:nvSpPr>
          <p:cNvPr id="17" name="Text 11"/>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D1-tail.jpg">    </p:cNvPr>
          <p:cNvPicPr>
            <a:picLocks noChangeAspect="1"/>
          </p:cNvPicPr>
          <p:nvPr/>
        </p:nvPicPr>
        <p:blipFill>
          <a:blip r:embed="rId5"/>
          <a:stretch>
            <a:fillRect/>
          </a:stretch>
        </p:blipFill>
        <p:spPr>
          <a:xfrm>
            <a:off x="3429000" y="3188500"/>
            <a:ext cx="1521864" cy="3174797"/>
          </a:xfrm>
          <a:prstGeom prst="rect">
            <a:avLst/>
          </a:prstGeom>
        </p:spPr>
      </p:pic>
      <p:sp>
        <p:nvSpPr>
          <p:cNvPr id="19" name="Text 12"/>
          <p:cNvSpPr/>
          <p:nvPr/>
        </p:nvSpPr>
        <p:spPr>
          <a:xfrm>
            <a:off x="3078969" y="2419031"/>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0" name="Text 13"/>
          <p:cNvSpPr/>
          <p:nvPr/>
        </p:nvSpPr>
        <p:spPr>
          <a:xfrm>
            <a:off x="3078969" y="5589794"/>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1" name="Text 14"/>
          <p:cNvSpPr/>
          <p:nvPr/>
        </p:nvSpPr>
        <p:spPr>
          <a:xfrm>
            <a:off x="5261760" y="2932468"/>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2" name="Text 15"/>
          <p:cNvSpPr/>
          <p:nvPr/>
        </p:nvSpPr>
        <p:spPr>
          <a:xfrm>
            <a:off x="5261760" y="320221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3" name="Text 16"/>
          <p:cNvSpPr/>
          <p:nvPr/>
        </p:nvSpPr>
        <p:spPr>
          <a:xfrm>
            <a:off x="5536080" y="318850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Filter and sort</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Opens every filter and the sort, in one sheet</a:t>
            </a:r>
            <a:endParaRPr lang="en-US" sz="800" dirty="0"/>
          </a:p>
        </p:txBody>
      </p:sp>
      <p:sp>
        <p:nvSpPr>
          <p:cNvPr id="24" name="Text 17"/>
          <p:cNvSpPr/>
          <p:nvPr/>
        </p:nvSpPr>
        <p:spPr>
          <a:xfrm>
            <a:off x="5261760" y="347653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25" name="Text 18"/>
          <p:cNvSpPr/>
          <p:nvPr/>
        </p:nvSpPr>
        <p:spPr>
          <a:xfrm>
            <a:off x="5536080" y="346282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Photograph a plant to find out what is wro</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D5 Plant diagnosis</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47)</a:t>
            </a:r>
            <a:endParaRPr lang="en-US" sz="800" dirty="0"/>
          </a:p>
        </p:txBody>
      </p:sp>
      <p:sp>
        <p:nvSpPr>
          <p:cNvPr id="26" name="Text 19"/>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27" name="Text 20"/>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ADVICE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D2</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Irrigation advice</a:t>
            </a:r>
            <a:endParaRPr lang="en-US" sz="2600" dirty="0"/>
          </a:p>
        </p:txBody>
      </p:sp>
      <p:pic>
        <p:nvPicPr>
          <p:cNvPr id="4" name="Image 0" descr="/home/user/white-label-mockup/.screendeck/D2.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70% of this screen is shown above</a:t>
            </a:r>
            <a:endParaRPr lang="en-US" sz="800" dirty="0"/>
          </a:p>
        </p:txBody>
      </p:sp>
      <p:pic>
        <p:nvPicPr>
          <p:cNvPr id="6" name="Image 1" descr="/home/user/white-label-mockup/.screendeck/D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D1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Advice inbox</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D2-thumb.png">    </p:cNvPr>
          <p:cNvPicPr>
            <a:picLocks noChangeAspect="1"/>
          </p:cNvPicPr>
          <p:nvPr/>
        </p:nvPicPr>
        <p:blipFill>
          <a:blip r:embed="rId3"/>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D2</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Irrigation advice</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12-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B12</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Irrigation schedule</a:t>
            </a:r>
            <a:endParaRPr lang="en-US" sz="600" dirty="0"/>
          </a:p>
        </p:txBody>
      </p:sp>
      <p:sp>
        <p:nvSpPr>
          <p:cNvPr id="17" name="Text 11"/>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D2-tail.jpg">    </p:cNvPr>
          <p:cNvPicPr>
            <a:picLocks noChangeAspect="1"/>
          </p:cNvPicPr>
          <p:nvPr/>
        </p:nvPicPr>
        <p:blipFill>
          <a:blip r:embed="rId5"/>
          <a:stretch>
            <a:fillRect/>
          </a:stretch>
        </p:blipFill>
        <p:spPr>
          <a:xfrm>
            <a:off x="3429000" y="3188500"/>
            <a:ext cx="1521864" cy="3174797"/>
          </a:xfrm>
          <a:prstGeom prst="rect">
            <a:avLst/>
          </a:prstGeom>
        </p:spPr>
      </p:pic>
      <p:sp>
        <p:nvSpPr>
          <p:cNvPr id="19" name="Text 12"/>
          <p:cNvSpPr/>
          <p:nvPr/>
        </p:nvSpPr>
        <p:spPr>
          <a:xfrm>
            <a:off x="3078969" y="5199379"/>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0" name="Text 13"/>
          <p:cNvSpPr/>
          <p:nvPr/>
        </p:nvSpPr>
        <p:spPr>
          <a:xfrm>
            <a:off x="5261760" y="2932468"/>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1" name="Text 14"/>
          <p:cNvSpPr/>
          <p:nvPr/>
        </p:nvSpPr>
        <p:spPr>
          <a:xfrm>
            <a:off x="5261760" y="320221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2" name="Text 15"/>
          <p:cNvSpPr/>
          <p:nvPr/>
        </p:nvSpPr>
        <p:spPr>
          <a:xfrm>
            <a:off x="5536080" y="318850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See this plot’s irrigation scheduleThe wee</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B12 Irrigation schedule</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28)</a:t>
            </a:r>
            <a:endParaRPr lang="en-US" sz="800" dirty="0"/>
          </a:p>
        </p:txBody>
      </p:sp>
      <p:sp>
        <p:nvSpPr>
          <p:cNvPr id="23" name="Text 16"/>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24" name="Text 17"/>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ADVICE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D3</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Fertilisation advice</a:t>
            </a:r>
            <a:endParaRPr lang="en-US" sz="2600" dirty="0"/>
          </a:p>
        </p:txBody>
      </p:sp>
      <p:pic>
        <p:nvPicPr>
          <p:cNvPr id="4" name="Image 0" descr="/home/user/white-label-mockup/.screendeck/D3.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45% of this screen is shown above</a:t>
            </a:r>
            <a:endParaRPr lang="en-US" sz="800" dirty="0"/>
          </a:p>
        </p:txBody>
      </p:sp>
      <p:pic>
        <p:nvPicPr>
          <p:cNvPr id="6" name="Image 1" descr="/home/user/white-label-mockup/.screendeck/D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D1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Advice inbox</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D3-thumb.png">    </p:cNvPr>
          <p:cNvPicPr>
            <a:picLocks noChangeAspect="1"/>
          </p:cNvPicPr>
          <p:nvPr/>
        </p:nvPicPr>
        <p:blipFill>
          <a:blip r:embed="rId3"/>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D3</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Fertilisation advice</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D4-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D4</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Crop protection advice</a:t>
            </a:r>
            <a:endParaRPr lang="en-US" sz="600" dirty="0"/>
          </a:p>
        </p:txBody>
      </p:sp>
      <p:sp>
        <p:nvSpPr>
          <p:cNvPr id="17" name="Text 11"/>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D3-tail.jpg">    </p:cNvPr>
          <p:cNvPicPr>
            <a:picLocks noChangeAspect="1"/>
          </p:cNvPicPr>
          <p:nvPr/>
        </p:nvPicPr>
        <p:blipFill>
          <a:blip r:embed="rId5"/>
          <a:stretch>
            <a:fillRect/>
          </a:stretch>
        </p:blipFill>
        <p:spPr>
          <a:xfrm>
            <a:off x="3429000" y="3188500"/>
            <a:ext cx="1521864" cy="3174797"/>
          </a:xfrm>
          <a:prstGeom prst="rect">
            <a:avLst/>
          </a:prstGeom>
        </p:spPr>
      </p:pic>
      <p:sp>
        <p:nvSpPr>
          <p:cNvPr id="19" name="Text 1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20" name="Text 1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ADVICE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D4</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Crop protection advice</a:t>
            </a:r>
            <a:endParaRPr lang="en-US" sz="2600" dirty="0"/>
          </a:p>
        </p:txBody>
      </p:sp>
      <p:pic>
        <p:nvPicPr>
          <p:cNvPr id="4" name="Image 0" descr="/home/user/white-label-mockup/.screendeck/D4.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35% of this screen is shown above</a:t>
            </a:r>
            <a:endParaRPr lang="en-US" sz="800" dirty="0"/>
          </a:p>
        </p:txBody>
      </p:sp>
      <p:pic>
        <p:nvPicPr>
          <p:cNvPr id="6" name="Image 1" descr="/home/user/white-label-mockup/.screendeck/D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D1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Advice inbox</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D3-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D3</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Fertilisation advice</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D4-thumb.png">    </p:cNvPr>
          <p:cNvPicPr>
            <a:picLocks noChangeAspect="1"/>
          </p:cNvPicPr>
          <p:nvPr/>
        </p:nvPicPr>
        <p:blipFill>
          <a:blip r:embed="rId4"/>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D4</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Crop protection advice</a:t>
            </a:r>
            <a:endParaRPr lang="en-US" sz="600" dirty="0"/>
          </a:p>
        </p:txBody>
      </p:sp>
      <p:sp>
        <p:nvSpPr>
          <p:cNvPr id="17" name="Text 11"/>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D4-tail.jpg">    </p:cNvPr>
          <p:cNvPicPr>
            <a:picLocks noChangeAspect="1"/>
          </p:cNvPicPr>
          <p:nvPr/>
        </p:nvPicPr>
        <p:blipFill>
          <a:blip r:embed="rId5"/>
          <a:stretch>
            <a:fillRect/>
          </a:stretch>
        </p:blipFill>
        <p:spPr>
          <a:xfrm>
            <a:off x="3429000" y="3188500"/>
            <a:ext cx="1521864" cy="3174797"/>
          </a:xfrm>
          <a:prstGeom prst="rect">
            <a:avLst/>
          </a:prstGeom>
        </p:spPr>
      </p:pic>
      <p:sp>
        <p:nvSpPr>
          <p:cNvPr id="19" name="Text 1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20" name="Text 1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ADVICE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D5</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Plant diagnosis</a:t>
            </a:r>
            <a:endParaRPr lang="en-US" sz="2600" dirty="0"/>
          </a:p>
        </p:txBody>
      </p:sp>
      <p:pic>
        <p:nvPicPr>
          <p:cNvPr id="4" name="Image 0" descr="/home/user/white-label-mockup/.screendeck/D5.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60% of this screen is shown above</a:t>
            </a:r>
            <a:endParaRPr lang="en-US" sz="800" dirty="0"/>
          </a:p>
        </p:txBody>
      </p:sp>
      <p:pic>
        <p:nvPicPr>
          <p:cNvPr id="6" name="Image 1" descr="/home/user/white-label-mockup/.screendeck/D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D1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Advice inbox</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D5-thumb.png">    </p:cNvPr>
          <p:cNvPicPr>
            <a:picLocks noChangeAspect="1"/>
          </p:cNvPicPr>
          <p:nvPr/>
        </p:nvPicPr>
        <p:blipFill>
          <a:blip r:embed="rId3"/>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D5</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Plant diagnosis</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D6-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D6</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Plant diagnosis — result</a:t>
            </a:r>
            <a:endParaRPr lang="en-US" sz="600" dirty="0"/>
          </a:p>
        </p:txBody>
      </p:sp>
      <p:sp>
        <p:nvSpPr>
          <p:cNvPr id="17" name="Text 11"/>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F16-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9" name="Text 12"/>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F16</a:t>
            </a:r>
            <a:endParaRPr lang="en-US" sz="750" dirty="0"/>
          </a:p>
        </p:txBody>
      </p:sp>
      <p:sp>
        <p:nvSpPr>
          <p:cNvPr id="20" name="Text 13"/>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One pest or disease</a:t>
            </a:r>
            <a:endParaRPr lang="en-US" sz="600" dirty="0"/>
          </a:p>
        </p:txBody>
      </p:sp>
      <p:sp>
        <p:nvSpPr>
          <p:cNvPr id="21" name="Text 14"/>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22" name="Image 5" descr="/home/user/white-label-mockup/.screendeck/D5-tail.jpg">    </p:cNvPr>
          <p:cNvPicPr>
            <a:picLocks noChangeAspect="1"/>
          </p:cNvPicPr>
          <p:nvPr/>
        </p:nvPicPr>
        <p:blipFill>
          <a:blip r:embed="rId6"/>
          <a:stretch>
            <a:fillRect/>
          </a:stretch>
        </p:blipFill>
        <p:spPr>
          <a:xfrm>
            <a:off x="3429000" y="3188500"/>
            <a:ext cx="1521864" cy="3174797"/>
          </a:xfrm>
          <a:prstGeom prst="rect">
            <a:avLst/>
          </a:prstGeom>
        </p:spPr>
      </p:pic>
      <p:sp>
        <p:nvSpPr>
          <p:cNvPr id="23" name="Text 15"/>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24" name="Text 16"/>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ADVICE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D6</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Plant diagnosis — result</a:t>
            </a:r>
            <a:endParaRPr lang="en-US" sz="2600" dirty="0"/>
          </a:p>
        </p:txBody>
      </p:sp>
      <p:pic>
        <p:nvPicPr>
          <p:cNvPr id="4" name="Image 0" descr="/home/user/white-label-mockup/.screendeck/D6.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60% of this screen is shown above</a:t>
            </a:r>
            <a:endParaRPr lang="en-US" sz="800" dirty="0"/>
          </a:p>
        </p:txBody>
      </p:sp>
      <p:pic>
        <p:nvPicPr>
          <p:cNvPr id="6" name="Image 1" descr="/home/user/white-label-mockup/.screendeck/D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D1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Advice inbox</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D5-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D5</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Plant diagnosis</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D6-thumb.png">    </p:cNvPr>
          <p:cNvPicPr>
            <a:picLocks noChangeAspect="1"/>
          </p:cNvPicPr>
          <p:nvPr/>
        </p:nvPicPr>
        <p:blipFill>
          <a:blip r:embed="rId4"/>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D6</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Plant diagnosis — result</a:t>
            </a:r>
            <a:endParaRPr lang="en-US" sz="600" dirty="0"/>
          </a:p>
        </p:txBody>
      </p:sp>
      <p:sp>
        <p:nvSpPr>
          <p:cNvPr id="17" name="Text 11"/>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F16-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9" name="Text 12"/>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F16</a:t>
            </a:r>
            <a:endParaRPr lang="en-US" sz="750" dirty="0"/>
          </a:p>
        </p:txBody>
      </p:sp>
      <p:sp>
        <p:nvSpPr>
          <p:cNvPr id="20" name="Text 13"/>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One pest or disease</a:t>
            </a:r>
            <a:endParaRPr lang="en-US" sz="600" dirty="0"/>
          </a:p>
        </p:txBody>
      </p:sp>
      <p:sp>
        <p:nvSpPr>
          <p:cNvPr id="21" name="Text 14"/>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22" name="Image 5" descr="/home/user/white-label-mockup/.screendeck/D6-tail.jpg">    </p:cNvPr>
          <p:cNvPicPr>
            <a:picLocks noChangeAspect="1"/>
          </p:cNvPicPr>
          <p:nvPr/>
        </p:nvPicPr>
        <p:blipFill>
          <a:blip r:embed="rId6"/>
          <a:stretch>
            <a:fillRect/>
          </a:stretch>
        </p:blipFill>
        <p:spPr>
          <a:xfrm>
            <a:off x="3429000" y="3188500"/>
            <a:ext cx="1521864" cy="3174797"/>
          </a:xfrm>
          <a:prstGeom prst="rect">
            <a:avLst/>
          </a:prstGeom>
        </p:spPr>
      </p:pic>
      <p:sp>
        <p:nvSpPr>
          <p:cNvPr id="23" name="Text 15"/>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24" name="Text 16"/>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14230"/>
        </a:solidFill>
      </p:bgPr>
    </p:bg>
    <p:spTree>
      <p:nvGrpSpPr>
        <p:cNvPr id="1" name=""/>
        <p:cNvGrpSpPr/>
        <p:nvPr/>
      </p:nvGrpSpPr>
      <p:grpSpPr>
        <a:xfrm>
          <a:off x="0" y="0"/>
          <a:ext cx="0" cy="0"/>
          <a:chOff x="0" y="0"/>
          <a:chExt cx="0" cy="0"/>
        </a:xfrm>
      </p:grpSpPr>
      <p:sp>
        <p:nvSpPr>
          <p:cNvPr id="2" name="Text 0"/>
          <p:cNvSpPr/>
          <p:nvPr/>
        </p:nvSpPr>
        <p:spPr>
          <a:xfrm>
            <a:off x="502920" y="2788920"/>
            <a:ext cx="8229600" cy="365760"/>
          </a:xfrm>
          <a:prstGeom prst="rect">
            <a:avLst/>
          </a:prstGeom>
          <a:noFill/>
          <a:ln/>
        </p:spPr>
        <p:txBody>
          <a:bodyPr wrap="square" lIns="0" tIns="0" rIns="0" bIns="0" rtlCol="0" anchor="ctr"/>
          <a:lstStyle/>
          <a:p>
            <a:pPr indent="0" marL="0">
              <a:buNone/>
            </a:pPr>
            <a:r>
              <a:rPr lang="en-US" sz="1200" b="1" spc="220" kern="0" dirty="0">
                <a:solidFill>
                  <a:srgbClr val="A9C6B6"/>
                </a:solidFill>
                <a:latin typeface="Calibri" pitchFamily="34" charset="0"/>
                <a:ea typeface="Calibri" pitchFamily="34" charset="-122"/>
                <a:cs typeface="Calibri" pitchFamily="34" charset="-120"/>
              </a:rPr>
              <a:t>SECTION 6 OF 6</a:t>
            </a:r>
            <a:endParaRPr lang="en-US" sz="1200" dirty="0"/>
          </a:p>
        </p:txBody>
      </p:sp>
      <p:sp>
        <p:nvSpPr>
          <p:cNvPr id="3" name="Text 1"/>
          <p:cNvSpPr/>
          <p:nvPr/>
        </p:nvSpPr>
        <p:spPr>
          <a:xfrm>
            <a:off x="502920" y="3200400"/>
            <a:ext cx="8686800" cy="100584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More</a:t>
            </a:r>
            <a:endParaRPr lang="en-US" sz="4800" dirty="0"/>
          </a:p>
        </p:txBody>
      </p:sp>
      <p:sp>
        <p:nvSpPr>
          <p:cNvPr id="4" name="Text 2"/>
          <p:cNvSpPr/>
          <p:nvPr/>
        </p:nvSpPr>
        <p:spPr>
          <a:xfrm>
            <a:off x="502920" y="4297680"/>
            <a:ext cx="8686800" cy="365760"/>
          </a:xfrm>
          <a:prstGeom prst="rect">
            <a:avLst/>
          </a:prstGeom>
          <a:noFill/>
          <a:ln/>
        </p:spPr>
        <p:txBody>
          <a:bodyPr wrap="square" lIns="0" tIns="0" rIns="0" bIns="0" rtlCol="0" anchor="ctr"/>
          <a:lstStyle/>
          <a:p>
            <a:pPr indent="0" marL="0">
              <a:buNone/>
            </a:pPr>
            <a:r>
              <a:rPr lang="en-US" sz="1100" dirty="0">
                <a:solidFill>
                  <a:srgbClr val="A9C6B6"/>
                </a:solidFill>
                <a:latin typeface="Calibri" pitchFamily="34" charset="0"/>
                <a:ea typeface="Calibri" pitchFamily="34" charset="-122"/>
                <a:cs typeface="Calibri" pitchFamily="34" charset="-120"/>
              </a:rPr>
              <a:t>17 screens  ·  F1 · F2 · F3 · F4 · F5 · F6 · F7 · F8 · F9 · F10 · F11 · F12 · F13 · F14 · F15 · F16 · F17</a:t>
            </a:r>
            <a:endParaRPr lang="en-US" sz="1100" dirty="0"/>
          </a:p>
        </p:txBody>
      </p:sp>
      <p:sp>
        <p:nvSpPr>
          <p:cNvPr id="5" name="Text 3"/>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A9C6B6"/>
                </a:solidFill>
                <a:latin typeface="Calibri" pitchFamily="34" charset="0"/>
                <a:ea typeface="Calibri" pitchFamily="34" charset="-122"/>
                <a:cs typeface="Calibri" pitchFamily="34" charset="-120"/>
              </a:rPr>
              <a:t>Wafra Farm App · UI mockup v1.7.4</a:t>
            </a:r>
            <a:endParaRPr lang="en-US" sz="900" dirty="0"/>
          </a:p>
        </p:txBody>
      </p:sp>
      <p:sp>
        <p:nvSpPr>
          <p:cNvPr id="6" name="Text 4"/>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A9C6B6"/>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F1</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More</a:t>
            </a:r>
            <a:endParaRPr lang="en-US" sz="2600" dirty="0"/>
          </a:p>
        </p:txBody>
      </p:sp>
      <p:pic>
        <p:nvPicPr>
          <p:cNvPr id="4" name="Image 0" descr="/home/user/white-label-mockup/.screendeck/F1.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65% of this screen is shown above</a:t>
            </a:r>
            <a:endParaRPr lang="en-US" sz="800" dirty="0"/>
          </a:p>
        </p:txBody>
      </p:sp>
      <p:pic>
        <p:nvPicPr>
          <p:cNvPr id="6" name="Image 1" descr="/home/user/white-label-mockup/.screendeck/F1-thumb.png">    </p:cNvPr>
          <p:cNvPicPr>
            <a:picLocks noChangeAspect="1"/>
          </p:cNvPicPr>
          <p:nvPr/>
        </p:nvPicPr>
        <p:blipFill>
          <a:blip r:embed="rId2"/>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More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F5-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F5</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Subscription info for existing users</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F6-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F6</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Compare plans</a:t>
            </a:r>
            <a:endParaRPr lang="en-US" sz="600" dirty="0"/>
          </a:p>
        </p:txBody>
      </p:sp>
      <p:sp>
        <p:nvSpPr>
          <p:cNvPr id="17" name="Text 11"/>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F1-tail.jpg">    </p:cNvPr>
          <p:cNvPicPr>
            <a:picLocks noChangeAspect="1"/>
          </p:cNvPicPr>
          <p:nvPr/>
        </p:nvPicPr>
        <p:blipFill>
          <a:blip r:embed="rId5"/>
          <a:stretch>
            <a:fillRect/>
          </a:stretch>
        </p:blipFill>
        <p:spPr>
          <a:xfrm>
            <a:off x="3429000" y="3188500"/>
            <a:ext cx="1521864" cy="3174797"/>
          </a:xfrm>
          <a:prstGeom prst="rect">
            <a:avLst/>
          </a:prstGeom>
        </p:spPr>
      </p:pic>
      <p:sp>
        <p:nvSpPr>
          <p:cNvPr id="19" name="Text 1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20" name="Text 1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F2</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My profile</a:t>
            </a:r>
            <a:endParaRPr lang="en-US" sz="2600" dirty="0"/>
          </a:p>
        </p:txBody>
      </p:sp>
      <p:pic>
        <p:nvPicPr>
          <p:cNvPr id="4" name="Image 0" descr="/home/user/white-label-mockup/.screendeck/F2.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3078969" y="5722563"/>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6" name="Text 3"/>
          <p:cNvSpPr/>
          <p:nvPr/>
        </p:nvSpPr>
        <p:spPr>
          <a:xfrm>
            <a:off x="3429000" y="1161288"/>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7" name="Text 4"/>
          <p:cNvSpPr/>
          <p:nvPr/>
        </p:nvSpPr>
        <p:spPr>
          <a:xfrm>
            <a:off x="3429000" y="143103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8" name="Text 5"/>
          <p:cNvSpPr/>
          <p:nvPr/>
        </p:nvSpPr>
        <p:spPr>
          <a:xfrm>
            <a:off x="3703320" y="141732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Send code to new phone number</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A9 Verify code</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12)</a:t>
            </a:r>
            <a:endParaRPr lang="en-US" sz="800" dirty="0"/>
          </a:p>
        </p:txBody>
      </p:sp>
      <p:sp>
        <p:nvSpPr>
          <p:cNvPr id="9" name="Text 6"/>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10" name="Text 7"/>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F3</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Reports</a:t>
            </a:r>
            <a:endParaRPr lang="en-US" sz="2600" dirty="0"/>
          </a:p>
        </p:txBody>
      </p:sp>
      <p:pic>
        <p:nvPicPr>
          <p:cNvPr id="4" name="Image 0" descr="/home/user/white-label-mockup/.screendeck/F3.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45% of this screen is shown above</a:t>
            </a:r>
            <a:endParaRPr lang="en-US" sz="800" dirty="0"/>
          </a:p>
        </p:txBody>
      </p:sp>
      <p:sp>
        <p:nvSpPr>
          <p:cNvPr id="6" name="Text 3"/>
          <p:cNvSpPr/>
          <p:nvPr/>
        </p:nvSpPr>
        <p:spPr>
          <a:xfrm>
            <a:off x="3429000" y="116128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7" name="Image 1" descr="/home/user/white-label-mockup/.screendeck/F3-tail.jpg">    </p:cNvPr>
          <p:cNvPicPr>
            <a:picLocks noChangeAspect="1"/>
          </p:cNvPicPr>
          <p:nvPr/>
        </p:nvPicPr>
        <p:blipFill>
          <a:blip r:embed="rId2"/>
          <a:stretch>
            <a:fillRect/>
          </a:stretch>
        </p:blipFill>
        <p:spPr>
          <a:xfrm>
            <a:off x="3429000" y="1417320"/>
            <a:ext cx="1521864" cy="3174797"/>
          </a:xfrm>
          <a:prstGeom prst="rect">
            <a:avLst/>
          </a:prstGeom>
        </p:spPr>
      </p:pic>
      <p:sp>
        <p:nvSpPr>
          <p:cNvPr id="8" name="Text 4"/>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9" name="Text 5"/>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F4</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Weather</a:t>
            </a:r>
            <a:endParaRPr lang="en-US" sz="2600" dirty="0"/>
          </a:p>
        </p:txBody>
      </p:sp>
      <p:pic>
        <p:nvPicPr>
          <p:cNvPr id="4" name="Image 0" descr="/home/user/white-label-mockup/.screendeck/F4.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30% of this screen is shown above</a:t>
            </a:r>
            <a:endParaRPr lang="en-US" sz="800" dirty="0"/>
          </a:p>
        </p:txBody>
      </p:sp>
      <p:sp>
        <p:nvSpPr>
          <p:cNvPr id="6" name="Text 3"/>
          <p:cNvSpPr/>
          <p:nvPr/>
        </p:nvSpPr>
        <p:spPr>
          <a:xfrm>
            <a:off x="3429000" y="116128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7" name="Image 1" descr="/home/user/white-label-mockup/.screendeck/F4-tail.jpg">    </p:cNvPr>
          <p:cNvPicPr>
            <a:picLocks noChangeAspect="1"/>
          </p:cNvPicPr>
          <p:nvPr/>
        </p:nvPicPr>
        <p:blipFill>
          <a:blip r:embed="rId2"/>
          <a:stretch>
            <a:fillRect/>
          </a:stretch>
        </p:blipFill>
        <p:spPr>
          <a:xfrm>
            <a:off x="3429000" y="1417320"/>
            <a:ext cx="1521864" cy="3174797"/>
          </a:xfrm>
          <a:prstGeom prst="rect">
            <a:avLst/>
          </a:prstGeom>
        </p:spPr>
      </p:pic>
      <p:sp>
        <p:nvSpPr>
          <p:cNvPr id="8" name="Text 4"/>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9" name="Text 5"/>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F5</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Subscription info for existing users</a:t>
            </a:r>
            <a:endParaRPr lang="en-US" sz="2600" dirty="0"/>
          </a:p>
        </p:txBody>
      </p:sp>
      <p:pic>
        <p:nvPicPr>
          <p:cNvPr id="4" name="Image 0" descr="/home/user/white-label-mockup/.screendeck/F5.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55% of this screen is shown above</a:t>
            </a:r>
            <a:endParaRPr lang="en-US" sz="800" dirty="0"/>
          </a:p>
        </p:txBody>
      </p:sp>
      <p:pic>
        <p:nvPicPr>
          <p:cNvPr id="6" name="Image 1" descr="/home/user/white-label-mockup/.screendeck/F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F5-thumb.png">    </p:cNvPr>
          <p:cNvPicPr>
            <a:picLocks noChangeAspect="1"/>
          </p:cNvPicPr>
          <p:nvPr/>
        </p:nvPicPr>
        <p:blipFill>
          <a:blip r:embed="rId3"/>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F5</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Subscription info for existing users</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F6-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F6</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Compare plans</a:t>
            </a:r>
            <a:endParaRPr lang="en-US" sz="600" dirty="0"/>
          </a:p>
        </p:txBody>
      </p:sp>
      <p:sp>
        <p:nvSpPr>
          <p:cNvPr id="17" name="Text 11"/>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F5-tail.jpg">    </p:cNvPr>
          <p:cNvPicPr>
            <a:picLocks noChangeAspect="1"/>
          </p:cNvPicPr>
          <p:nvPr/>
        </p:nvPicPr>
        <p:blipFill>
          <a:blip r:embed="rId5"/>
          <a:stretch>
            <a:fillRect/>
          </a:stretch>
        </p:blipFill>
        <p:spPr>
          <a:xfrm>
            <a:off x="3429000" y="3188500"/>
            <a:ext cx="1521864" cy="3174797"/>
          </a:xfrm>
          <a:prstGeom prst="rect">
            <a:avLst/>
          </a:prstGeom>
        </p:spPr>
      </p:pic>
      <p:sp>
        <p:nvSpPr>
          <p:cNvPr id="19" name="Text 1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20" name="Text 1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F6</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Compare plans</a:t>
            </a:r>
            <a:endParaRPr lang="en-US" sz="2600" dirty="0"/>
          </a:p>
        </p:txBody>
      </p:sp>
      <p:pic>
        <p:nvPicPr>
          <p:cNvPr id="4" name="Image 0" descr="/home/user/white-label-mockup/.screendeck/F6.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15% of this screen is shown above</a:t>
            </a:r>
            <a:endParaRPr lang="en-US" sz="800" dirty="0"/>
          </a:p>
        </p:txBody>
      </p:sp>
      <p:pic>
        <p:nvPicPr>
          <p:cNvPr id="6" name="Image 1" descr="/home/user/white-label-mockup/.screendeck/F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F5-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F5</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Subscription info for existing users</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F6-thumb.png">    </p:cNvPr>
          <p:cNvPicPr>
            <a:picLocks noChangeAspect="1"/>
          </p:cNvPicPr>
          <p:nvPr/>
        </p:nvPicPr>
        <p:blipFill>
          <a:blip r:embed="rId4"/>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F6</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Compare plans</a:t>
            </a:r>
            <a:endParaRPr lang="en-US" sz="600" dirty="0"/>
          </a:p>
        </p:txBody>
      </p:sp>
      <p:sp>
        <p:nvSpPr>
          <p:cNvPr id="17" name="Text 11"/>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F6-tail.jpg">    </p:cNvPr>
          <p:cNvPicPr>
            <a:picLocks noChangeAspect="1"/>
          </p:cNvPicPr>
          <p:nvPr/>
        </p:nvPicPr>
        <p:blipFill>
          <a:blip r:embed="rId5"/>
          <a:stretch>
            <a:fillRect/>
          </a:stretch>
        </p:blipFill>
        <p:spPr>
          <a:xfrm>
            <a:off x="3429000" y="3188500"/>
            <a:ext cx="1521864" cy="3174797"/>
          </a:xfrm>
          <a:prstGeom prst="rect">
            <a:avLst/>
          </a:prstGeom>
        </p:spPr>
      </p:pic>
      <p:sp>
        <p:nvSpPr>
          <p:cNvPr id="19" name="Text 12"/>
          <p:cNvSpPr/>
          <p:nvPr/>
        </p:nvSpPr>
        <p:spPr>
          <a:xfrm>
            <a:off x="3078969" y="5977366"/>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0" name="Text 13"/>
          <p:cNvSpPr/>
          <p:nvPr/>
        </p:nvSpPr>
        <p:spPr>
          <a:xfrm>
            <a:off x="5261760" y="2932468"/>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1" name="Text 14"/>
          <p:cNvSpPr/>
          <p:nvPr/>
        </p:nvSpPr>
        <p:spPr>
          <a:xfrm>
            <a:off x="5261760" y="320221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2" name="Text 15"/>
          <p:cNvSpPr/>
          <p:nvPr/>
        </p:nvSpPr>
        <p:spPr>
          <a:xfrm>
            <a:off x="5536080" y="318850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Back to my plan</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F5 Subscription info for existing users</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54)</a:t>
            </a:r>
            <a:endParaRPr lang="en-US" sz="800" dirty="0"/>
          </a:p>
        </p:txBody>
      </p:sp>
      <p:sp>
        <p:nvSpPr>
          <p:cNvPr id="23" name="Text 16"/>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24" name="Text 17"/>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F7</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Settings</a:t>
            </a:r>
            <a:endParaRPr lang="en-US" sz="2600" dirty="0"/>
          </a:p>
        </p:txBody>
      </p:sp>
      <p:pic>
        <p:nvPicPr>
          <p:cNvPr id="4" name="Image 0" descr="/home/user/white-label-mockup/.screendeck/F7.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F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F7-thumb.png">    </p:cNvPr>
          <p:cNvPicPr>
            <a:picLocks noChangeAspect="1"/>
          </p:cNvPicPr>
          <p:nvPr/>
        </p:nvPicPr>
        <p:blipFill>
          <a:blip r:embed="rId3"/>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F7</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Settings</a:t>
            </a:r>
            <a:endParaRPr lang="en-US" sz="600" dirty="0"/>
          </a:p>
        </p:txBody>
      </p:sp>
      <p:sp>
        <p:nvSpPr>
          <p:cNvPr id="12" name="Text 7"/>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F8-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4" name="Text 8"/>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F8</a:t>
            </a:r>
            <a:endParaRPr lang="en-US" sz="750" dirty="0"/>
          </a:p>
        </p:txBody>
      </p:sp>
      <p:sp>
        <p:nvSpPr>
          <p:cNvPr id="15" name="Text 9"/>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Units and formats</a:t>
            </a:r>
            <a:endParaRPr lang="en-US" sz="600" dirty="0"/>
          </a:p>
        </p:txBody>
      </p:sp>
      <p:sp>
        <p:nvSpPr>
          <p:cNvPr id="16" name="Text 10"/>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F9-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8" name="Text 11"/>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F9</a:t>
            </a:r>
            <a:endParaRPr lang="en-US" sz="750" dirty="0"/>
          </a:p>
        </p:txBody>
      </p:sp>
      <p:sp>
        <p:nvSpPr>
          <p:cNvPr id="19" name="Text 12"/>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Advice distribution</a:t>
            </a:r>
            <a:endParaRPr lang="en-US" sz="600" dirty="0"/>
          </a:p>
        </p:txBody>
      </p:sp>
      <p:sp>
        <p:nvSpPr>
          <p:cNvPr id="20" name="Text 13"/>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F10-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2" name="Text 14"/>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F10</a:t>
            </a:r>
            <a:endParaRPr lang="en-US" sz="750" dirty="0"/>
          </a:p>
        </p:txBody>
      </p:sp>
      <p:sp>
        <p:nvSpPr>
          <p:cNvPr id="23" name="Text 15"/>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Data and storage</a:t>
            </a:r>
            <a:endParaRPr lang="en-US" sz="600" dirty="0"/>
          </a:p>
        </p:txBody>
      </p:sp>
      <p:sp>
        <p:nvSpPr>
          <p:cNvPr id="24" name="Text 16"/>
          <p:cNvSpPr/>
          <p:nvPr/>
        </p:nvSpPr>
        <p:spPr>
          <a:xfrm>
            <a:off x="3078969" y="2729712"/>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5" name="Text 17"/>
          <p:cNvSpPr/>
          <p:nvPr/>
        </p:nvSpPr>
        <p:spPr>
          <a:xfrm>
            <a:off x="3078969" y="3030300"/>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6" name="Text 18"/>
          <p:cNvSpPr/>
          <p:nvPr/>
        </p:nvSpPr>
        <p:spPr>
          <a:xfrm>
            <a:off x="3429000" y="2932468"/>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7" name="Text 19"/>
          <p:cNvSpPr/>
          <p:nvPr/>
        </p:nvSpPr>
        <p:spPr>
          <a:xfrm>
            <a:off x="3429000" y="320221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8" name="Text 20"/>
          <p:cNvSpPr/>
          <p:nvPr/>
        </p:nvSpPr>
        <p:spPr>
          <a:xfrm>
            <a:off x="3703320" y="318850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Units and formats</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F8 Units and formats</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57)</a:t>
            </a:r>
            <a:endParaRPr lang="en-US" sz="800" dirty="0"/>
          </a:p>
        </p:txBody>
      </p:sp>
      <p:sp>
        <p:nvSpPr>
          <p:cNvPr id="29" name="Text 21"/>
          <p:cNvSpPr/>
          <p:nvPr/>
        </p:nvSpPr>
        <p:spPr>
          <a:xfrm>
            <a:off x="3429000" y="347653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30" name="Text 22"/>
          <p:cNvSpPr/>
          <p:nvPr/>
        </p:nvSpPr>
        <p:spPr>
          <a:xfrm>
            <a:off x="3703320" y="346282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Advice distribution</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F9 Advice distribution</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58)</a:t>
            </a:r>
            <a:endParaRPr lang="en-US" sz="800" dirty="0"/>
          </a:p>
        </p:txBody>
      </p:sp>
      <p:sp>
        <p:nvSpPr>
          <p:cNvPr id="31" name="Text 23"/>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32" name="Text 24"/>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F8</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Units and formats</a:t>
            </a:r>
            <a:endParaRPr lang="en-US" sz="2600" dirty="0"/>
          </a:p>
        </p:txBody>
      </p:sp>
      <p:pic>
        <p:nvPicPr>
          <p:cNvPr id="4" name="Image 0" descr="/home/user/white-label-mockup/.screendeck/F8.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F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F7-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F7</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Settings</a:t>
            </a:r>
            <a:endParaRPr lang="en-US" sz="600" dirty="0"/>
          </a:p>
        </p:txBody>
      </p:sp>
      <p:sp>
        <p:nvSpPr>
          <p:cNvPr id="12" name="Text 7"/>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F8-thumb.png">    </p:cNvPr>
          <p:cNvPicPr>
            <a:picLocks noChangeAspect="1"/>
          </p:cNvPicPr>
          <p:nvPr/>
        </p:nvPicPr>
        <p:blipFill>
          <a:blip r:embed="rId4"/>
          <a:stretch>
            <a:fillRect/>
          </a:stretch>
        </p:blipFill>
        <p:spPr>
          <a:xfrm>
            <a:off x="4576572" y="1417320"/>
            <a:ext cx="445770" cy="929932"/>
          </a:xfrm>
          <a:prstGeom prst="rect">
            <a:avLst/>
          </a:prstGeom>
        </p:spPr>
      </p:pic>
      <p:sp>
        <p:nvSpPr>
          <p:cNvPr id="14" name="Text 8"/>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F8</a:t>
            </a:r>
            <a:endParaRPr lang="en-US" sz="750" dirty="0"/>
          </a:p>
        </p:txBody>
      </p:sp>
      <p:sp>
        <p:nvSpPr>
          <p:cNvPr id="15" name="Text 9"/>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Units and formats</a:t>
            </a:r>
            <a:endParaRPr lang="en-US" sz="600" dirty="0"/>
          </a:p>
        </p:txBody>
      </p:sp>
      <p:sp>
        <p:nvSpPr>
          <p:cNvPr id="16" name="Text 10"/>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F9-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8" name="Text 11"/>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F9</a:t>
            </a:r>
            <a:endParaRPr lang="en-US" sz="750" dirty="0"/>
          </a:p>
        </p:txBody>
      </p:sp>
      <p:sp>
        <p:nvSpPr>
          <p:cNvPr id="19" name="Text 12"/>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Advice distribution</a:t>
            </a:r>
            <a:endParaRPr lang="en-US" sz="600" dirty="0"/>
          </a:p>
        </p:txBody>
      </p:sp>
      <p:sp>
        <p:nvSpPr>
          <p:cNvPr id="20" name="Text 13"/>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F10-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2" name="Text 14"/>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F10</a:t>
            </a:r>
            <a:endParaRPr lang="en-US" sz="750" dirty="0"/>
          </a:p>
        </p:txBody>
      </p:sp>
      <p:sp>
        <p:nvSpPr>
          <p:cNvPr id="23" name="Text 15"/>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Data and storage</a:t>
            </a:r>
            <a:endParaRPr lang="en-US" sz="600" dirty="0"/>
          </a:p>
        </p:txBody>
      </p:sp>
      <p:sp>
        <p:nvSpPr>
          <p:cNvPr id="24" name="Text 16"/>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25" name="Text 17"/>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F9</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Advice distribution</a:t>
            </a:r>
            <a:endParaRPr lang="en-US" sz="2600" dirty="0"/>
          </a:p>
        </p:txBody>
      </p:sp>
      <p:pic>
        <p:nvPicPr>
          <p:cNvPr id="4" name="Image 0" descr="/home/user/white-label-mockup/.screendeck/F9.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45% of this screen is shown above</a:t>
            </a:r>
            <a:endParaRPr lang="en-US" sz="800" dirty="0"/>
          </a:p>
        </p:txBody>
      </p:sp>
      <p:pic>
        <p:nvPicPr>
          <p:cNvPr id="6" name="Image 1" descr="/home/user/white-label-mockup/.screendeck/F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F7-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F7</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Settings</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F8-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F8</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Units and formats</a:t>
            </a:r>
            <a:endParaRPr lang="en-US" sz="600" dirty="0"/>
          </a:p>
        </p:txBody>
      </p:sp>
      <p:sp>
        <p:nvSpPr>
          <p:cNvPr id="17" name="Text 11"/>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F9-thumb.png">    </p:cNvPr>
          <p:cNvPicPr>
            <a:picLocks noChangeAspect="1"/>
          </p:cNvPicPr>
          <p:nvPr/>
        </p:nvPicPr>
        <p:blipFill>
          <a:blip r:embed="rId5"/>
          <a:stretch>
            <a:fillRect/>
          </a:stretch>
        </p:blipFill>
        <p:spPr>
          <a:xfrm>
            <a:off x="5150358" y="1417320"/>
            <a:ext cx="445770" cy="929932"/>
          </a:xfrm>
          <a:prstGeom prst="rect">
            <a:avLst/>
          </a:prstGeom>
        </p:spPr>
      </p:pic>
      <p:sp>
        <p:nvSpPr>
          <p:cNvPr id="19" name="Text 12"/>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F9</a:t>
            </a:r>
            <a:endParaRPr lang="en-US" sz="750" dirty="0"/>
          </a:p>
        </p:txBody>
      </p:sp>
      <p:sp>
        <p:nvSpPr>
          <p:cNvPr id="20" name="Text 13"/>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Advice distribution</a:t>
            </a:r>
            <a:endParaRPr lang="en-US" sz="600" dirty="0"/>
          </a:p>
        </p:txBody>
      </p:sp>
      <p:sp>
        <p:nvSpPr>
          <p:cNvPr id="21" name="Text 14"/>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2" name="Image 5" descr="/home/user/white-label-mockup/.screendeck/F10-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3" name="Text 15"/>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F10</a:t>
            </a:r>
            <a:endParaRPr lang="en-US" sz="750" dirty="0"/>
          </a:p>
        </p:txBody>
      </p:sp>
      <p:sp>
        <p:nvSpPr>
          <p:cNvPr id="24" name="Text 16"/>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Data and storage</a:t>
            </a:r>
            <a:endParaRPr lang="en-US" sz="600" dirty="0"/>
          </a:p>
        </p:txBody>
      </p:sp>
      <p:sp>
        <p:nvSpPr>
          <p:cNvPr id="25" name="Text 17"/>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26" name="Image 6" descr="/home/user/white-label-mockup/.screendeck/F9-tail.jpg">    </p:cNvPr>
          <p:cNvPicPr>
            <a:picLocks noChangeAspect="1"/>
          </p:cNvPicPr>
          <p:nvPr/>
        </p:nvPicPr>
        <p:blipFill>
          <a:blip r:embed="rId7"/>
          <a:stretch>
            <a:fillRect/>
          </a:stretch>
        </p:blipFill>
        <p:spPr>
          <a:xfrm>
            <a:off x="3429000" y="3188500"/>
            <a:ext cx="1521864" cy="3174797"/>
          </a:xfrm>
          <a:prstGeom prst="rect">
            <a:avLst/>
          </a:prstGeom>
        </p:spPr>
      </p:pic>
      <p:sp>
        <p:nvSpPr>
          <p:cNvPr id="27" name="Text 18"/>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28" name="Text 19"/>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F10</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Data and storage</a:t>
            </a:r>
            <a:endParaRPr lang="en-US" sz="2600" dirty="0"/>
          </a:p>
        </p:txBody>
      </p:sp>
      <p:pic>
        <p:nvPicPr>
          <p:cNvPr id="4" name="Image 0" descr="/home/user/white-label-mockup/.screendeck/F10.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35% of this screen is shown above</a:t>
            </a:r>
            <a:endParaRPr lang="en-US" sz="800" dirty="0"/>
          </a:p>
        </p:txBody>
      </p:sp>
      <p:pic>
        <p:nvPicPr>
          <p:cNvPr id="6" name="Image 1" descr="/home/user/white-label-mockup/.screendeck/F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F7-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F7</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Settings</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F8-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F8</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Units and formats</a:t>
            </a:r>
            <a:endParaRPr lang="en-US" sz="600" dirty="0"/>
          </a:p>
        </p:txBody>
      </p:sp>
      <p:sp>
        <p:nvSpPr>
          <p:cNvPr id="17" name="Text 11"/>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F9-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9" name="Text 12"/>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F9</a:t>
            </a:r>
            <a:endParaRPr lang="en-US" sz="750" dirty="0"/>
          </a:p>
        </p:txBody>
      </p:sp>
      <p:sp>
        <p:nvSpPr>
          <p:cNvPr id="20" name="Text 13"/>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Advice distribution</a:t>
            </a:r>
            <a:endParaRPr lang="en-US" sz="600" dirty="0"/>
          </a:p>
        </p:txBody>
      </p:sp>
      <p:sp>
        <p:nvSpPr>
          <p:cNvPr id="21" name="Text 14"/>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2" name="Image 5" descr="/home/user/white-label-mockup/.screendeck/F10-thumb.png">    </p:cNvPr>
          <p:cNvPicPr>
            <a:picLocks noChangeAspect="1"/>
          </p:cNvPicPr>
          <p:nvPr/>
        </p:nvPicPr>
        <p:blipFill>
          <a:blip r:embed="rId6"/>
          <a:stretch>
            <a:fillRect/>
          </a:stretch>
        </p:blipFill>
        <p:spPr>
          <a:xfrm>
            <a:off x="5724144" y="1417320"/>
            <a:ext cx="445770" cy="929932"/>
          </a:xfrm>
          <a:prstGeom prst="rect">
            <a:avLst/>
          </a:prstGeom>
        </p:spPr>
      </p:pic>
      <p:sp>
        <p:nvSpPr>
          <p:cNvPr id="23" name="Text 15"/>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F10</a:t>
            </a:r>
            <a:endParaRPr lang="en-US" sz="750" dirty="0"/>
          </a:p>
        </p:txBody>
      </p:sp>
      <p:sp>
        <p:nvSpPr>
          <p:cNvPr id="24" name="Text 16"/>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Data and storage</a:t>
            </a:r>
            <a:endParaRPr lang="en-US" sz="600" dirty="0"/>
          </a:p>
        </p:txBody>
      </p:sp>
      <p:sp>
        <p:nvSpPr>
          <p:cNvPr id="25" name="Text 17"/>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26" name="Image 6" descr="/home/user/white-label-mockup/.screendeck/F10-tail.jpg">    </p:cNvPr>
          <p:cNvPicPr>
            <a:picLocks noChangeAspect="1"/>
          </p:cNvPicPr>
          <p:nvPr/>
        </p:nvPicPr>
        <p:blipFill>
          <a:blip r:embed="rId7"/>
          <a:stretch>
            <a:fillRect/>
          </a:stretch>
        </p:blipFill>
        <p:spPr>
          <a:xfrm>
            <a:off x="3429000" y="3188500"/>
            <a:ext cx="1521864" cy="3174797"/>
          </a:xfrm>
          <a:prstGeom prst="rect">
            <a:avLst/>
          </a:prstGeom>
        </p:spPr>
      </p:pic>
      <p:sp>
        <p:nvSpPr>
          <p:cNvPr id="27" name="Text 18"/>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28" name="Text 19"/>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F11</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Activity log</a:t>
            </a:r>
            <a:endParaRPr lang="en-US" sz="2600" dirty="0"/>
          </a:p>
        </p:txBody>
      </p:sp>
      <p:pic>
        <p:nvPicPr>
          <p:cNvPr id="4" name="Image 0" descr="/home/user/white-label-mockup/.screendeck/F11.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20% of this screen is shown above</a:t>
            </a:r>
            <a:endParaRPr lang="en-US" sz="800" dirty="0"/>
          </a:p>
        </p:txBody>
      </p:sp>
      <p:sp>
        <p:nvSpPr>
          <p:cNvPr id="6" name="Text 3"/>
          <p:cNvSpPr/>
          <p:nvPr/>
        </p:nvSpPr>
        <p:spPr>
          <a:xfrm>
            <a:off x="3429000" y="116128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7" name="Image 1" descr="/home/user/white-label-mockup/.screendeck/F11-tail.jpg">    </p:cNvPr>
          <p:cNvPicPr>
            <a:picLocks noChangeAspect="1"/>
          </p:cNvPicPr>
          <p:nvPr/>
        </p:nvPicPr>
        <p:blipFill>
          <a:blip r:embed="rId2"/>
          <a:stretch>
            <a:fillRect/>
          </a:stretch>
        </p:blipFill>
        <p:spPr>
          <a:xfrm>
            <a:off x="3429000" y="1417320"/>
            <a:ext cx="1521864" cy="3174797"/>
          </a:xfrm>
          <a:prstGeom prst="rect">
            <a:avLst/>
          </a:prstGeom>
        </p:spPr>
      </p:pic>
      <p:sp>
        <p:nvSpPr>
          <p:cNvPr id="8" name="Text 4"/>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9" name="Text 5"/>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60</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F12</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Help and user guide</a:t>
            </a:r>
            <a:endParaRPr lang="en-US" sz="2600" dirty="0"/>
          </a:p>
        </p:txBody>
      </p:sp>
      <p:pic>
        <p:nvPicPr>
          <p:cNvPr id="4" name="Image 0" descr="/home/user/white-label-mockup/.screendeck/F12.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15% of this screen is shown above</a:t>
            </a:r>
            <a:endParaRPr lang="en-US" sz="800" dirty="0"/>
          </a:p>
        </p:txBody>
      </p:sp>
      <p:pic>
        <p:nvPicPr>
          <p:cNvPr id="6" name="Image 1" descr="/home/user/white-label-mockup/.screendeck/F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F12-thumb.png">    </p:cNvPr>
          <p:cNvPicPr>
            <a:picLocks noChangeAspect="1"/>
          </p:cNvPicPr>
          <p:nvPr/>
        </p:nvPicPr>
        <p:blipFill>
          <a:blip r:embed="rId3"/>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F12</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Help and user guide</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F13-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F13</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Crop guide</a:t>
            </a:r>
            <a:endParaRPr lang="en-US" sz="600" dirty="0"/>
          </a:p>
        </p:txBody>
      </p:sp>
      <p:sp>
        <p:nvSpPr>
          <p:cNvPr id="17" name="Text 11"/>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F14-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9" name="Text 12"/>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F14</a:t>
            </a:r>
            <a:endParaRPr lang="en-US" sz="750" dirty="0"/>
          </a:p>
        </p:txBody>
      </p:sp>
      <p:sp>
        <p:nvSpPr>
          <p:cNvPr id="20" name="Text 13"/>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One crop</a:t>
            </a:r>
            <a:endParaRPr lang="en-US" sz="600" dirty="0"/>
          </a:p>
        </p:txBody>
      </p:sp>
      <p:sp>
        <p:nvSpPr>
          <p:cNvPr id="21" name="Text 14"/>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2" name="Image 5" descr="/home/user/white-label-mockup/.screendeck/F15-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3" name="Text 15"/>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F15</a:t>
            </a:r>
            <a:endParaRPr lang="en-US" sz="750" dirty="0"/>
          </a:p>
        </p:txBody>
      </p:sp>
      <p:sp>
        <p:nvSpPr>
          <p:cNvPr id="24" name="Text 16"/>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Pests and diseases</a:t>
            </a:r>
            <a:endParaRPr lang="en-US" sz="600" dirty="0"/>
          </a:p>
        </p:txBody>
      </p:sp>
      <p:sp>
        <p:nvSpPr>
          <p:cNvPr id="25" name="Text 17"/>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6" name="Image 6" descr="/home/user/white-label-mockup/.screendeck/F16-thumb.png">    </p:cNvPr>
          <p:cNvPicPr>
            <a:picLocks noChangeAspect="1"/>
          </p:cNvPicPr>
          <p:nvPr/>
        </p:nvPicPr>
        <p:blipFill>
          <a:blip r:embed="rId7">
            <a:alphaModFix amt="38000"/>
          </a:blip>
          <a:stretch>
            <a:fillRect/>
          </a:stretch>
        </p:blipFill>
        <p:spPr>
          <a:xfrm>
            <a:off x="6297930" y="1417320"/>
            <a:ext cx="445770" cy="929932"/>
          </a:xfrm>
          <a:prstGeom prst="rect">
            <a:avLst/>
          </a:prstGeom>
        </p:spPr>
      </p:pic>
      <p:sp>
        <p:nvSpPr>
          <p:cNvPr id="27" name="Text 18"/>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F16</a:t>
            </a:r>
            <a:endParaRPr lang="en-US" sz="750" dirty="0"/>
          </a:p>
        </p:txBody>
      </p:sp>
      <p:sp>
        <p:nvSpPr>
          <p:cNvPr id="28" name="Text 19"/>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One pest or disease</a:t>
            </a:r>
            <a:endParaRPr lang="en-US" sz="600" dirty="0"/>
          </a:p>
        </p:txBody>
      </p:sp>
      <p:sp>
        <p:nvSpPr>
          <p:cNvPr id="29" name="Text 20"/>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30" name="Image 7" descr="/home/user/white-label-mockup/.screendeck/F12-tail.jpg">    </p:cNvPr>
          <p:cNvPicPr>
            <a:picLocks noChangeAspect="1"/>
          </p:cNvPicPr>
          <p:nvPr/>
        </p:nvPicPr>
        <p:blipFill>
          <a:blip r:embed="rId8"/>
          <a:stretch>
            <a:fillRect/>
          </a:stretch>
        </p:blipFill>
        <p:spPr>
          <a:xfrm>
            <a:off x="3429000" y="3188500"/>
            <a:ext cx="1521864" cy="3174797"/>
          </a:xfrm>
          <a:prstGeom prst="rect">
            <a:avLst/>
          </a:prstGeom>
        </p:spPr>
      </p:pic>
      <p:sp>
        <p:nvSpPr>
          <p:cNvPr id="31" name="Text 21"/>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32" name="Text 22"/>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61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F13</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Crop guide</a:t>
            </a:r>
            <a:endParaRPr lang="en-US" sz="2600" dirty="0"/>
          </a:p>
        </p:txBody>
      </p:sp>
      <p:pic>
        <p:nvPicPr>
          <p:cNvPr id="4" name="Image 0" descr="/home/user/white-label-mockup/.screendeck/F13.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25% of this screen is shown above</a:t>
            </a:r>
            <a:endParaRPr lang="en-US" sz="800" dirty="0"/>
          </a:p>
        </p:txBody>
      </p:sp>
      <p:pic>
        <p:nvPicPr>
          <p:cNvPr id="6" name="Image 1" descr="/home/user/white-label-mockup/.screendeck/F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F12-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F12</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Help and user guide</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F13-thumb.png">    </p:cNvPr>
          <p:cNvPicPr>
            <a:picLocks noChangeAspect="1"/>
          </p:cNvPicPr>
          <p:nvPr/>
        </p:nvPicPr>
        <p:blipFill>
          <a:blip r:embed="rId4"/>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F13</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Crop guide</a:t>
            </a:r>
            <a:endParaRPr lang="en-US" sz="600" dirty="0"/>
          </a:p>
        </p:txBody>
      </p:sp>
      <p:sp>
        <p:nvSpPr>
          <p:cNvPr id="17" name="Text 11"/>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F14-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9" name="Text 12"/>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F14</a:t>
            </a:r>
            <a:endParaRPr lang="en-US" sz="750" dirty="0"/>
          </a:p>
        </p:txBody>
      </p:sp>
      <p:sp>
        <p:nvSpPr>
          <p:cNvPr id="20" name="Text 13"/>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One crop</a:t>
            </a:r>
            <a:endParaRPr lang="en-US" sz="600" dirty="0"/>
          </a:p>
        </p:txBody>
      </p:sp>
      <p:sp>
        <p:nvSpPr>
          <p:cNvPr id="21" name="Text 14"/>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2" name="Image 5" descr="/home/user/white-label-mockup/.screendeck/F15-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3" name="Text 15"/>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F15</a:t>
            </a:r>
            <a:endParaRPr lang="en-US" sz="750" dirty="0"/>
          </a:p>
        </p:txBody>
      </p:sp>
      <p:sp>
        <p:nvSpPr>
          <p:cNvPr id="24" name="Text 16"/>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Pests and diseases</a:t>
            </a:r>
            <a:endParaRPr lang="en-US" sz="600" dirty="0"/>
          </a:p>
        </p:txBody>
      </p:sp>
      <p:sp>
        <p:nvSpPr>
          <p:cNvPr id="25" name="Text 17"/>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6" name="Image 6" descr="/home/user/white-label-mockup/.screendeck/F16-thumb.png">    </p:cNvPr>
          <p:cNvPicPr>
            <a:picLocks noChangeAspect="1"/>
          </p:cNvPicPr>
          <p:nvPr/>
        </p:nvPicPr>
        <p:blipFill>
          <a:blip r:embed="rId7">
            <a:alphaModFix amt="38000"/>
          </a:blip>
          <a:stretch>
            <a:fillRect/>
          </a:stretch>
        </p:blipFill>
        <p:spPr>
          <a:xfrm>
            <a:off x="6297930" y="1417320"/>
            <a:ext cx="445770" cy="929932"/>
          </a:xfrm>
          <a:prstGeom prst="rect">
            <a:avLst/>
          </a:prstGeom>
        </p:spPr>
      </p:pic>
      <p:sp>
        <p:nvSpPr>
          <p:cNvPr id="27" name="Text 18"/>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F16</a:t>
            </a:r>
            <a:endParaRPr lang="en-US" sz="750" dirty="0"/>
          </a:p>
        </p:txBody>
      </p:sp>
      <p:sp>
        <p:nvSpPr>
          <p:cNvPr id="28" name="Text 19"/>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One pest or disease</a:t>
            </a:r>
            <a:endParaRPr lang="en-US" sz="600" dirty="0"/>
          </a:p>
        </p:txBody>
      </p:sp>
      <p:sp>
        <p:nvSpPr>
          <p:cNvPr id="29" name="Text 20"/>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30" name="Image 7" descr="/home/user/white-label-mockup/.screendeck/F13-tail.jpg">    </p:cNvPr>
          <p:cNvPicPr>
            <a:picLocks noChangeAspect="1"/>
          </p:cNvPicPr>
          <p:nvPr/>
        </p:nvPicPr>
        <p:blipFill>
          <a:blip r:embed="rId8"/>
          <a:stretch>
            <a:fillRect/>
          </a:stretch>
        </p:blipFill>
        <p:spPr>
          <a:xfrm>
            <a:off x="3429000" y="3188500"/>
            <a:ext cx="1521864" cy="3174797"/>
          </a:xfrm>
          <a:prstGeom prst="rect">
            <a:avLst/>
          </a:prstGeom>
        </p:spPr>
      </p:pic>
      <p:sp>
        <p:nvSpPr>
          <p:cNvPr id="31" name="Text 21"/>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32" name="Text 22"/>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62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F14</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One crop</a:t>
            </a:r>
            <a:endParaRPr lang="en-US" sz="2600" dirty="0"/>
          </a:p>
        </p:txBody>
      </p:sp>
      <p:pic>
        <p:nvPicPr>
          <p:cNvPr id="4" name="Image 0" descr="/home/user/white-label-mockup/.screendeck/F14.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55% of this screen is shown above</a:t>
            </a:r>
            <a:endParaRPr lang="en-US" sz="800" dirty="0"/>
          </a:p>
        </p:txBody>
      </p:sp>
      <p:pic>
        <p:nvPicPr>
          <p:cNvPr id="6" name="Image 1" descr="/home/user/white-label-mockup/.screendeck/F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F12-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F12</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Help and user guide</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F13-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F13</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Crop guide</a:t>
            </a:r>
            <a:endParaRPr lang="en-US" sz="600" dirty="0"/>
          </a:p>
        </p:txBody>
      </p:sp>
      <p:sp>
        <p:nvSpPr>
          <p:cNvPr id="17" name="Text 11"/>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F14-thumb.png">    </p:cNvPr>
          <p:cNvPicPr>
            <a:picLocks noChangeAspect="1"/>
          </p:cNvPicPr>
          <p:nvPr/>
        </p:nvPicPr>
        <p:blipFill>
          <a:blip r:embed="rId5"/>
          <a:stretch>
            <a:fillRect/>
          </a:stretch>
        </p:blipFill>
        <p:spPr>
          <a:xfrm>
            <a:off x="5150358" y="1417320"/>
            <a:ext cx="445770" cy="929932"/>
          </a:xfrm>
          <a:prstGeom prst="rect">
            <a:avLst/>
          </a:prstGeom>
        </p:spPr>
      </p:pic>
      <p:sp>
        <p:nvSpPr>
          <p:cNvPr id="19" name="Text 12"/>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F14</a:t>
            </a:r>
            <a:endParaRPr lang="en-US" sz="750" dirty="0"/>
          </a:p>
        </p:txBody>
      </p:sp>
      <p:sp>
        <p:nvSpPr>
          <p:cNvPr id="20" name="Text 13"/>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One crop</a:t>
            </a:r>
            <a:endParaRPr lang="en-US" sz="600" dirty="0"/>
          </a:p>
        </p:txBody>
      </p:sp>
      <p:sp>
        <p:nvSpPr>
          <p:cNvPr id="21" name="Text 14"/>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2" name="Image 5" descr="/home/user/white-label-mockup/.screendeck/F15-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3" name="Text 15"/>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F15</a:t>
            </a:r>
            <a:endParaRPr lang="en-US" sz="750" dirty="0"/>
          </a:p>
        </p:txBody>
      </p:sp>
      <p:sp>
        <p:nvSpPr>
          <p:cNvPr id="24" name="Text 16"/>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Pests and diseases</a:t>
            </a:r>
            <a:endParaRPr lang="en-US" sz="600" dirty="0"/>
          </a:p>
        </p:txBody>
      </p:sp>
      <p:sp>
        <p:nvSpPr>
          <p:cNvPr id="25" name="Text 17"/>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6" name="Image 6" descr="/home/user/white-label-mockup/.screendeck/F16-thumb.png">    </p:cNvPr>
          <p:cNvPicPr>
            <a:picLocks noChangeAspect="1"/>
          </p:cNvPicPr>
          <p:nvPr/>
        </p:nvPicPr>
        <p:blipFill>
          <a:blip r:embed="rId7">
            <a:alphaModFix amt="38000"/>
          </a:blip>
          <a:stretch>
            <a:fillRect/>
          </a:stretch>
        </p:blipFill>
        <p:spPr>
          <a:xfrm>
            <a:off x="6297930" y="1417320"/>
            <a:ext cx="445770" cy="929932"/>
          </a:xfrm>
          <a:prstGeom prst="rect">
            <a:avLst/>
          </a:prstGeom>
        </p:spPr>
      </p:pic>
      <p:sp>
        <p:nvSpPr>
          <p:cNvPr id="27" name="Text 18"/>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F16</a:t>
            </a:r>
            <a:endParaRPr lang="en-US" sz="750" dirty="0"/>
          </a:p>
        </p:txBody>
      </p:sp>
      <p:sp>
        <p:nvSpPr>
          <p:cNvPr id="28" name="Text 19"/>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One pest or disease</a:t>
            </a:r>
            <a:endParaRPr lang="en-US" sz="600" dirty="0"/>
          </a:p>
        </p:txBody>
      </p:sp>
      <p:sp>
        <p:nvSpPr>
          <p:cNvPr id="29" name="Text 20"/>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30" name="Image 7" descr="/home/user/white-label-mockup/.screendeck/F14-tail.jpg">    </p:cNvPr>
          <p:cNvPicPr>
            <a:picLocks noChangeAspect="1"/>
          </p:cNvPicPr>
          <p:nvPr/>
        </p:nvPicPr>
        <p:blipFill>
          <a:blip r:embed="rId8"/>
          <a:stretch>
            <a:fillRect/>
          </a:stretch>
        </p:blipFill>
        <p:spPr>
          <a:xfrm>
            <a:off x="3429000" y="3188500"/>
            <a:ext cx="1521864" cy="3174797"/>
          </a:xfrm>
          <a:prstGeom prst="rect">
            <a:avLst/>
          </a:prstGeom>
        </p:spPr>
      </p:pic>
      <p:sp>
        <p:nvSpPr>
          <p:cNvPr id="31" name="Text 21"/>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32" name="Text 22"/>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63</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F15</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Pests and diseases</a:t>
            </a:r>
            <a:endParaRPr lang="en-US" sz="2600" dirty="0"/>
          </a:p>
        </p:txBody>
      </p:sp>
      <p:pic>
        <p:nvPicPr>
          <p:cNvPr id="4" name="Image 0" descr="/home/user/white-label-mockup/.screendeck/F15.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40% of this screen is shown above</a:t>
            </a:r>
            <a:endParaRPr lang="en-US" sz="800" dirty="0"/>
          </a:p>
        </p:txBody>
      </p:sp>
      <p:pic>
        <p:nvPicPr>
          <p:cNvPr id="6" name="Image 1" descr="/home/user/white-label-mockup/.screendeck/F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F12-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F12</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Help and user guide</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F13-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F13</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Crop guide</a:t>
            </a:r>
            <a:endParaRPr lang="en-US" sz="600" dirty="0"/>
          </a:p>
        </p:txBody>
      </p:sp>
      <p:sp>
        <p:nvSpPr>
          <p:cNvPr id="17" name="Text 11"/>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F14-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9" name="Text 12"/>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F14</a:t>
            </a:r>
            <a:endParaRPr lang="en-US" sz="750" dirty="0"/>
          </a:p>
        </p:txBody>
      </p:sp>
      <p:sp>
        <p:nvSpPr>
          <p:cNvPr id="20" name="Text 13"/>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One crop</a:t>
            </a:r>
            <a:endParaRPr lang="en-US" sz="600" dirty="0"/>
          </a:p>
        </p:txBody>
      </p:sp>
      <p:sp>
        <p:nvSpPr>
          <p:cNvPr id="21" name="Text 14"/>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2" name="Image 5" descr="/home/user/white-label-mockup/.screendeck/F15-thumb.png">    </p:cNvPr>
          <p:cNvPicPr>
            <a:picLocks noChangeAspect="1"/>
          </p:cNvPicPr>
          <p:nvPr/>
        </p:nvPicPr>
        <p:blipFill>
          <a:blip r:embed="rId6"/>
          <a:stretch>
            <a:fillRect/>
          </a:stretch>
        </p:blipFill>
        <p:spPr>
          <a:xfrm>
            <a:off x="5724144" y="1417320"/>
            <a:ext cx="445770" cy="929932"/>
          </a:xfrm>
          <a:prstGeom prst="rect">
            <a:avLst/>
          </a:prstGeom>
        </p:spPr>
      </p:pic>
      <p:sp>
        <p:nvSpPr>
          <p:cNvPr id="23" name="Text 15"/>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F15</a:t>
            </a:r>
            <a:endParaRPr lang="en-US" sz="750" dirty="0"/>
          </a:p>
        </p:txBody>
      </p:sp>
      <p:sp>
        <p:nvSpPr>
          <p:cNvPr id="24" name="Text 16"/>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Pests and diseases</a:t>
            </a:r>
            <a:endParaRPr lang="en-US" sz="600" dirty="0"/>
          </a:p>
        </p:txBody>
      </p:sp>
      <p:sp>
        <p:nvSpPr>
          <p:cNvPr id="25" name="Text 17"/>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6" name="Image 6" descr="/home/user/white-label-mockup/.screendeck/F16-thumb.png">    </p:cNvPr>
          <p:cNvPicPr>
            <a:picLocks noChangeAspect="1"/>
          </p:cNvPicPr>
          <p:nvPr/>
        </p:nvPicPr>
        <p:blipFill>
          <a:blip r:embed="rId7">
            <a:alphaModFix amt="38000"/>
          </a:blip>
          <a:stretch>
            <a:fillRect/>
          </a:stretch>
        </p:blipFill>
        <p:spPr>
          <a:xfrm>
            <a:off x="6297930" y="1417320"/>
            <a:ext cx="445770" cy="929932"/>
          </a:xfrm>
          <a:prstGeom prst="rect">
            <a:avLst/>
          </a:prstGeom>
        </p:spPr>
      </p:pic>
      <p:sp>
        <p:nvSpPr>
          <p:cNvPr id="27" name="Text 18"/>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F16</a:t>
            </a:r>
            <a:endParaRPr lang="en-US" sz="750" dirty="0"/>
          </a:p>
        </p:txBody>
      </p:sp>
      <p:sp>
        <p:nvSpPr>
          <p:cNvPr id="28" name="Text 19"/>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One pest or disease</a:t>
            </a:r>
            <a:endParaRPr lang="en-US" sz="600" dirty="0"/>
          </a:p>
        </p:txBody>
      </p:sp>
      <p:sp>
        <p:nvSpPr>
          <p:cNvPr id="29" name="Text 20"/>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30" name="Image 7" descr="/home/user/white-label-mockup/.screendeck/F15-tail.jpg">    </p:cNvPr>
          <p:cNvPicPr>
            <a:picLocks noChangeAspect="1"/>
          </p:cNvPicPr>
          <p:nvPr/>
        </p:nvPicPr>
        <p:blipFill>
          <a:blip r:embed="rId8"/>
          <a:stretch>
            <a:fillRect/>
          </a:stretch>
        </p:blipFill>
        <p:spPr>
          <a:xfrm>
            <a:off x="3429000" y="3188500"/>
            <a:ext cx="1521864" cy="3174797"/>
          </a:xfrm>
          <a:prstGeom prst="rect">
            <a:avLst/>
          </a:prstGeom>
        </p:spPr>
      </p:pic>
      <p:sp>
        <p:nvSpPr>
          <p:cNvPr id="31" name="Text 21"/>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32" name="Text 22"/>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64</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F16</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One pest or disease</a:t>
            </a:r>
            <a:endParaRPr lang="en-US" sz="2600" dirty="0"/>
          </a:p>
        </p:txBody>
      </p:sp>
      <p:pic>
        <p:nvPicPr>
          <p:cNvPr id="4" name="Image 0" descr="/home/user/white-label-mockup/.screendeck/F16.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40% of this screen is shown above</a:t>
            </a:r>
            <a:endParaRPr lang="en-US" sz="800" dirty="0"/>
          </a:p>
        </p:txBody>
      </p:sp>
      <p:pic>
        <p:nvPicPr>
          <p:cNvPr id="6" name="Image 1" descr="/home/user/white-label-mockup/.screendeck/F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F12-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F12</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Help and user guide</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F13-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F13</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Crop guide</a:t>
            </a:r>
            <a:endParaRPr lang="en-US" sz="600" dirty="0"/>
          </a:p>
        </p:txBody>
      </p:sp>
      <p:sp>
        <p:nvSpPr>
          <p:cNvPr id="17" name="Text 11"/>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F14-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9" name="Text 12"/>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F14</a:t>
            </a:r>
            <a:endParaRPr lang="en-US" sz="750" dirty="0"/>
          </a:p>
        </p:txBody>
      </p:sp>
      <p:sp>
        <p:nvSpPr>
          <p:cNvPr id="20" name="Text 13"/>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One crop</a:t>
            </a:r>
            <a:endParaRPr lang="en-US" sz="600" dirty="0"/>
          </a:p>
        </p:txBody>
      </p:sp>
      <p:sp>
        <p:nvSpPr>
          <p:cNvPr id="21" name="Text 14"/>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2" name="Image 5" descr="/home/user/white-label-mockup/.screendeck/F15-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3" name="Text 15"/>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F15</a:t>
            </a:r>
            <a:endParaRPr lang="en-US" sz="750" dirty="0"/>
          </a:p>
        </p:txBody>
      </p:sp>
      <p:sp>
        <p:nvSpPr>
          <p:cNvPr id="24" name="Text 16"/>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Pests and diseases</a:t>
            </a:r>
            <a:endParaRPr lang="en-US" sz="600" dirty="0"/>
          </a:p>
        </p:txBody>
      </p:sp>
      <p:sp>
        <p:nvSpPr>
          <p:cNvPr id="25" name="Text 17"/>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6" name="Image 6" descr="/home/user/white-label-mockup/.screendeck/F16-thumb.png">    </p:cNvPr>
          <p:cNvPicPr>
            <a:picLocks noChangeAspect="1"/>
          </p:cNvPicPr>
          <p:nvPr/>
        </p:nvPicPr>
        <p:blipFill>
          <a:blip r:embed="rId7"/>
          <a:stretch>
            <a:fillRect/>
          </a:stretch>
        </p:blipFill>
        <p:spPr>
          <a:xfrm>
            <a:off x="6297930" y="1417320"/>
            <a:ext cx="445770" cy="929932"/>
          </a:xfrm>
          <a:prstGeom prst="rect">
            <a:avLst/>
          </a:prstGeom>
        </p:spPr>
      </p:pic>
      <p:sp>
        <p:nvSpPr>
          <p:cNvPr id="27" name="Text 18"/>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F16</a:t>
            </a:r>
            <a:endParaRPr lang="en-US" sz="750" dirty="0"/>
          </a:p>
        </p:txBody>
      </p:sp>
      <p:sp>
        <p:nvSpPr>
          <p:cNvPr id="28" name="Text 19"/>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One pest or disease</a:t>
            </a:r>
            <a:endParaRPr lang="en-US" sz="600" dirty="0"/>
          </a:p>
        </p:txBody>
      </p:sp>
      <p:sp>
        <p:nvSpPr>
          <p:cNvPr id="29" name="Text 20"/>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30" name="Image 7" descr="/home/user/white-label-mockup/.screendeck/F16-tail.jpg">    </p:cNvPr>
          <p:cNvPicPr>
            <a:picLocks noChangeAspect="1"/>
          </p:cNvPicPr>
          <p:nvPr/>
        </p:nvPicPr>
        <p:blipFill>
          <a:blip r:embed="rId8"/>
          <a:stretch>
            <a:fillRect/>
          </a:stretch>
        </p:blipFill>
        <p:spPr>
          <a:xfrm>
            <a:off x="3429000" y="3188500"/>
            <a:ext cx="1521864" cy="3174797"/>
          </a:xfrm>
          <a:prstGeom prst="rect">
            <a:avLst/>
          </a:prstGeom>
        </p:spPr>
      </p:pic>
      <p:sp>
        <p:nvSpPr>
          <p:cNvPr id="31" name="Text 21"/>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32" name="Text 22"/>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65</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F17</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Contact Wafra</a:t>
            </a:r>
            <a:endParaRPr lang="en-US" sz="2600" dirty="0"/>
          </a:p>
        </p:txBody>
      </p:sp>
      <p:pic>
        <p:nvPicPr>
          <p:cNvPr id="4" name="Image 0" descr="/home/user/white-label-mockup/.screendeck/F17.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v1.7.4</a:t>
            </a:r>
            <a:endParaRPr lang="en-US" sz="900" dirty="0"/>
          </a:p>
        </p:txBody>
      </p:sp>
      <p:sp>
        <p:nvSpPr>
          <p:cNvPr id="6" name="Text 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66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66</Slides>
  <Notes>66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66</vt:i4>
      </vt:variant>
    </vt:vector>
  </HeadingPairs>
  <TitlesOfParts>
    <vt:vector size="6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Wafra Farm App — UI mockup v1.7.4</dc:title>
  <dc:subject>PptxGenJS Presentation</dc:subject>
  <dc:creator>Wafra Greentech</dc:creator>
  <cp:lastModifiedBy>Wafra Greentech</cp:lastModifiedBy>
  <cp:revision>1</cp:revision>
  <dcterms:created xsi:type="dcterms:W3CDTF">2026-10-22T08:52:31Z</dcterms:created>
  <dcterms:modified xsi:type="dcterms:W3CDTF">2026-10-22T08:52:31Z</dcterms:modified>
</cp:coreProperties>
</file>