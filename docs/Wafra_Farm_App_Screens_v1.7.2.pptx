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Wafra Farm App UI mockup, version 1.7.2. 60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Contents. 60 screens across 6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run — 19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 Welcome
The first thing anyone sees, once, on the first launch: the mark and one sentence saying what the app does, centred, with the address at the foot. Next takes the tour and Skip goes straight to the sign-up form. Registered users see neither — they open on A20.
1. Next → A3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 Choose your language
Not a screen — a pop-up sheet over A1, raised by the globe in its corner and closed by choosing a row. It has a page here because a printed deck cannot show a state of another screen any other way. Ten languages, each in its own script with its code beside it; pressing one turns the whole app round if it reads right to left, and closes the sheet. It is where Arabic and Pashto are chosen, and it is one tap from the corner of A1.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 — Guided tour — 1 of 5
How the service works, and the first of five pictures of the app doing its job, in the language just chosen. Next on A1 opens it and Help brings it back. Illustrated by a satellite over the same synthesised farmland the map screens draw.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A4 — Guided tour — 2 of 5
The farm planner, illustrated by D1 and F9 themselves. In the app these five are one carousel; on paper each needs a page of its own, or four of the five are never seen.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A5 — Guided tour — 3 of 5
Irrigation and fertilisation advice, illustrated by D2 and D3.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A6 — Guided tour — 4 of 5
Optimising crop yields, illustrated by B3 and B4.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A7 — Guided tour — 5 of 5
What the farmers already using it get out of it, and the panel that hands on to the front door. The only one that argues with figures, and the only one drawn as a funnel: three savings narrowing into one.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A8 — Sign up
The whole account on one form, and since review 06/09 the email address is the account: a first and last name, an optional company, the address, a number from any country in the world, and a password. The two doors that used to be on A20 are at the foot of it.
On the "Signing up" path.
The screenshot shows 81%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A9 — Verify code
Four digits to the registered email address, and one sentence saying where they went. The boxes are real inputs, so the phone raises its own keyboard and can fill the code in itself; it sends on the last digit, and five wrong tries rest the account for a quarter of an hour. A brand new account is asked about Face ID here and nowhere else.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A10 — Tell us about your farm
The moment an account becomes a farm: its name, the unit its land is measured in, and roughly how much of each it holds — a number under Field crops, a count under Date palms and fruit trees. Filling in one, the other, or both IS the answer to what is growing here; nothing is picked. Review 21/09 took the word “first” out of the title — there is a later option to add a second farm, so the idea of a first one is noise this early — and turned the hint under the two numbers into a quiet “I’m not sure”, which skips the estimate and goes straight to locating the farm.
1. I’m not sure → A13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A11 — Available service plans
Rebuilt at review 21/09 out of A17’s own layout: Mark struck the old price-estimate screen through and made its replacement by duplicating the plan page. The two real plans at their two real prices, presented as an estimate, with NOTHING to choose — the radio buttons came off, because the plan is picked later on A17 once the survey has priced the real farm. Under them, the four steps in the reviewer’s own order, which is where the app says plan selection comes last. The call calls this screen A13a; the two plan screens are told apart by their titles rather than by a letter.
1. I’m not interested → A12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A12 — Not interested
New at review 21/09, and the only screen in the app that exists to learn something from somebody leaving. Behind “I’m not interested” on A11: four reasons in Mark’s order — not what I’m looking for, too complicated, too expensive, and a free-text other — with the WhatsApp and email buttons at the foot, because a farmer who is out because the app is too complicated is the one a person could still help, and he has no account and so no other way to reach one.
1. Other reason — Opens a drawer to type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A13 — Locate your farm
The first half of what used to be one screen. Review 21/09 split it: finding the farm and drawing round it were the same tap on the same map, so the screen was always in both modes and said it was in neither. This half only finds — two numbered, stacked options above the map, search or current location, and one button that confirms the farm is on screen. Nothing a farmer does here draws anything.
1. Ready to map my farm → A14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A14 — Draw your farm boundary
The second half, and the one that draws. By the time anyone arrives the map is already over their land, which is what makes every tap on it unambiguous. The instruction is ON the map at lead size rather than six words in the bar with the rest behind an ⓘ — "text is very small and easy to miss. Farmer may not know how to proceed." One button, "Get quote", and since review 21/09 that is exactly what it does: it makes the farm, sends the boundary for survey, and the quote comes back on the far side. The screening that used to be done by charging first is done by A11 now, which shows both plans at their estimated cost before anyone gets here. Opened with a farm id it edits that farm’s outline instead, which is the one route that skips A13 entirely.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A15 — Survey in progress
The screen that says the satellite has been asked for something. Review 21/09 renamed it — the farmer is told a survey is starting before it and that his survey is ready after it, so calling the middle of it an analysis made three names for two things — and took out the line telling him to keep the app open: the survey runs on MMC’s servers, so the app has nothing to do while it waits and a push notification is what brings him back. It carries an estimated time, which is MMC’s number and varies by country. Its button goes on to the service plans.
1. Go to service plans → A17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A16 — Survey results
The plots the survey found, or the plots the farmer drew, as one list to approve, over the farm’s own outline. Every row offers all three of Keep, Edit and Remove, one button underneath adds a plot that is missing, and the app bar carries the way back to the boundary. It is the second sitting now: the plan was chosen and paid for before the survey ran, so what Home opens when the answer comes back is this — what was found — with A17 one step beyond it, re-priced on the real plots.
On the "Signing up" path.
The screenshot shows 53%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A17 — Service plans
The payment screen. Review 21/09 split it into a monthly and an annual page and the third pass of the same review put it back together — the period is a toggle on this screen, not a second screen code. Two levels to pick between and one main confirmation button at the bottom. It comes AFTER the survey again — “Sequence: A13, A15, A16, A17”, and the four steps on A11 say the same thing in longer form: a quote third, a plan chosen fourth. Reached before the answer is back it says the survey is still running rather than inventing a figure. The monthly/annual toggle sits ABOVE the two cards at review 21/09’s third pass — the period is what the two prices MEAN, so it is declared before them — and it defaults to annual, with the saving spelt out under it. It is a toggle on this one screen and no longer a second screen code: “don’t create a separate screen code to show the monthly plan page.” F5 is the same question for an account that already has one.
1. Start free trial → A18
On the "Signing up" path.
The screenshot shows 81%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A18 — Confirm subscription
New at review 21/09 (second pass): the App Store purchase sheet, drawn as the drawer a farmer actually meets when he presses Start free trial. The 21/09 call settled that Wafra never sees a card — “we don’t charge a credit card, as the subscription is through Apple/Google” — and A17 says that in words; this is the same fact in the form it arrives. Deliberately not our design system: it is Apple’s sheet, drawn to iOS’s own metrics, because the point is that it is not ours to change. The Android equivalent is Google Play’s and is named on A17.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A19 — You’re ready
The pause between setting up and starting. It says when the first satellite pass arrives, so the empty farm makes sense.
On the "Once the survey is ready"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in — 2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A20 — Log in
The way back in for somebody the app has already met, and only for them. It opens with the reason it is open at all — Face ID did not recognise him — then greets him by name and offers a password or a code to the registered email address. No app bar: the screen says "Welcome back" and does not also need a title saying "Log in". Creating an account and joining a farm as a guest are on A8, which is where a stranger lands.
On the "Joining a farm I was invited to"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A21 — Join a farm as a guest
For someone invited to a farm they do not own — which is what “as a guest” says before they tap. Six digits typed in, or the QR code read off the phone of the person who set the account up, which is where review 06/09 put it: one phone shows, one phone scans.
On the "Joining a farm I was invited to"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Farm — 11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 Farm home
The farm and every plot on it, on one screen — the crops first, the tree groups after, each list in plot order (Plot 1, Plot 2 …) whether or not a crop is set. Every plot is numbered; none is named after its crop. The map at the top uses the same “Pick a metric” control and colour legend as every other map, and its expand button opens the full map with a way back.
1. Switch farm — Switches between farms, and adds a new one
2. Open map → C1
3. Pick a metric. Showing Plant health — Opens the list of metrics, each explained
4. Open Plot 1 → B2
5. Wheat → B3
6. Set new crop → B4
On the "From the farm to one plot, and what is growing on it" path.
The screenshot shows 37%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 Plot detail
One field, in the order a farmer reads it (v1.7.2): the map with its metric picker and legend; the crop cycle, compact, edited on B3; the score card — all five metrics as numbers in their legend colours, and pressing one shows it on the map; advice for this plot, shown even when there is none; a trend of any of the five metrics, opening on the one the map shows; the irrigation trend; disease and pest risk; and the growth stage. The dock has two buttons: See advice, which opens the inbox for this plot only, and Irrigation schedule (B12).
1. More — Rename, edit the boundary, remove the plot
2. Which date? — Picks the imagery date, and compares two
3. Open in the map → C1
4. Pick a metric. Showing Plant health — Opens the list of metrics, each explained
5. Edit → B3
6. See advice → D1
7. Irrigation schedule → B12
8. Plant health On the map64%Good — Shows this metric on the map
On the "From the farm to one plot, and what is growing on it" path.
The screenshot shows 24%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B12 — Irrigation schedule
New at v1.7.2, opened from the second button on a plot or tree group: the week’s water for this plot — the rate per hectare, the total, and whether it is more or less than usual; each watering on its day with its two-hour window and the weather that decided it; why this much (reference ET × crop coefficient); fertigation where the plot is on drip; the efficiency of the system; and the system itself — soil, method, flow rate — which used to sit in the crop cycle box on B2.
On the "A plot’s irrigation schedule" path.
The screenshot shows 35%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 Crop cycles
What has been planted here, season by season. Open field only — a tree group has no cycle. Closing a season keeps it, which is what makes one year comparable with the last.
1. New → B4
2. Edit this cycle → B4
On the "From the farm to one plot, and what is growing on it" path.
The screenshot shows 63%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B4 — Add / edit crop cycle
Starting a new planting, or closing the one that is running. A season closes with a harvest date, and a yield if anyone weighed it.
On the "From the farm to one plot, and what is growing on it" path.
The screenshot shows 82%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B5 — Tree group
The same screen as a field (B2), without the crop cycle: map, score card, the trees that recently stopped signalling, advice, the trend of any metric, irrigation, disease and pest risk and the growth stage, with See advice and Irrigation schedule in the dock. “Health overview” is called Score card now, and it carries all five metrics, not three.
1. Search — Finds a tree by its number
2. Which date? — Picks the imagery date, and compares two
3. Open in the map → C1
4. Pick a metric. Showing Tree health — Opens the list of metrics, each explained
5. Tree health On the map27%Poor — Shows this metric on the map
6. See advice → D1
7. Irrigation schedule → B12
8. Soil moisture41%Very dry — Shows this metric on the map
On the "From the farm to a tree group, and down to one tree" path.
The screenshot shows 20%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B6 — Tree detail
One tree. It begins with a map of which tree it is, because picking tree 2841 out of eight thousand is the hard part.
1. More — Replace, mark as removed, record a note
On the "From the farm to a tree group, and down to one tree" path.
The screenshot shows 39%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B7 — Crop planner
New at the 13/09 catalogue review. The app recorded cycles one plot at a time and planned across none of them, so nothing could say that four plots come free in March or that a field is going into its third season of the same family. Plots down the side, twelve months across, current cycles drawn where their real dates put them, and a suggested next crop read from each plot’s own closed history.
1. About: Crop planner — Opens the guidance for this screen
2. Plot 1 · WheatStarted 12 Feb · harvest aro — Switches to another plot on this farm
On the "Planning what follows this season" path.
The screenshot shows 33%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B8 — Farm progress
Twelve months of one measure for the whole farm — the comparison the app could not make: B2 charts a single plot and C4 puts the farm at two dates side by side, and nothing showed the year. It is a trend for a chosen measure and deliberately not a farm health score: averaging crops that cannot be averaged is why B1 carries no such figure.
1. About: Farm progress — Opens the guidance for this screen
On the "Reading the year, and the plots behind it" path.
The screenshot shows 42%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B9 — Draw my own plots
Drawing each plot on satellite imagery, corner by corner, and naming it. One plot is one crop, which is why the boundary is the only thing this route asks for before the summary. Reached from Farm settings now (Add a plot), not from first-run sign-up — the fork that used to send new sign-ups here is A9B, which this registry no longer carries; see the note near the top of this file.
1. About: Draw one plot — Opens the guidance for this screen
On the "Adding a plot by hand, after the farm already exists"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B10 — Manage workforce
The people work is sent to on this farm: a name, a number and the app each of them actually reads. Nobody here holds an account — an advice reaches them as a message with a link — except the one person invited as supervisor. It is an address book, not the permission matrix the v1.5.4 review deleted.
1. Invite in personShow a QR code — Shows the code on this phone for the other person to scan
2. Invite by SMSSend a six-digit code — Sends the code to somebody who is not here
On the "The people work is sent to" path.
The screenshot shows 55%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 5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 Map
The farm from above, filling the screen. Every plot is labelled with its number and its crop, always. The panel at the foot says “Pick a metric” over a button that names the one shown, with a five-colour legend under it in that metric’s own words: red is bad and green is good, and on soil moisture and water stress blue means too much water. Opened from a plot or farm screen, the map carries a back button and is fitted to that plot, with no plot sheet raised. Four tools: search, layers, compare and locate — zoom is a pinch, and finding a tree is on the tree group itself.
1. Search a place, farm, plot or tree — Finds a place, a farm, a plot or a tree
2. All farms — Switches which farm the map is showing
3. Layers → C2
4. Compare → C4
5. Pick a metric. Showing Plant health — Opens the list of metrics, each explained
On the "Finding a plot on the map and correcting its boundary"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 Layers
Which picture to draw the map on — satellite or Google Maps, each described — and two farm layers: the boundaries, and tree points. The metric is chosen on the map itself, so the list of monitoring layers is gone, and irrigation efficiency moved to each plot’s irrigation schedule.
On the "Finding a plot on the map and correcting its boundary"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 Plot sheet
A tap on a plot, answered without leaving the map: its name, crop and status, the metric the map is showing with its colour and word, and all five metrics in the score card’s order and colours — pressing one repaints the map. It drags up to full height and opens the plot. It is not raised when the map is opened from a plot screen.
On the "Finding a plot on the map and correcting its boundary"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 Compare dates
The whole farm at two dates at once, split by a line you drag across it. It opens a week apart — an interval, resolved to the last satellite pass before the mark, rather than a count of passes that could mean anything.
1. Pick a metric. Showing Plant health — Opens the list of metrics, each explained
On the "Comparing two dates"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C5 — Boundary editor
Correcting the shape of a plot after the fact, and splitting, joining, removing or adding one. The old outline is kept, with who changed it and when.
On the "Finding a plot on the map and correcting its boundary"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Advice — 6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 — Advice inbox
The centre of the product. Each item is three lines — how urgent and what kind, which ground and which crop, and what to do — with the detail one tap away on D2, D3 or D4. Opened from a plot’s See advice, it is narrowed to that plot, and the line under the filters says so with a way to clear it. The crop on every card is read from the plot it is about, so it always matches the plot screen.
On the "Reading a piece of advice and sending it on" path.
The screenshot shows 31%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D2 — Irrigation advice
One shot only (v1.7.2): raised when a plot is getting too much or too little water, it says which, the one amount that puts it right and when, and the soil moisture reading that raised it. The week’s schedule is not here any more — it is the plot’s own page, B12, linked at the foot.
1. See this plot’s irrigation scheduleThe wee → B12
On the "Reading a piece of advice and sending it on" path.
The screenshot shows 72%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D3 — Fertilisation advice
How much nitrogen, phosphate or potash the crop is short of, per hectare, with the common products that supply it. The Monday review settled the word: nutrition was ambiguous, fertilisation is what a farmer buys.
On the "The other two kinds of advice" path.
The screenshot shows 42%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D4 — Crop protection advice
The active ingredient, and the date after which the crop is safe to pick. The reminder to read the label stays on the screen.
On the "The other two kinds of advice" path.
The screenshot shows 38%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D5 — Check a photo
New at the 13/09 catalogue review, and the one feature on that list that makes the phone the right device rather than the web platform: a farmer standing over damage he does not recognise photographs it and gets a shortlist. The capture state is the frame and the three things that decide whether the answer is any good — distance, light, and a healthy part of the leaf in shot.
On the "Checking damage from a photograph" path.
The screenshot shows 65%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D6 — Photo result
What came back: the likeliest cause with a match percentage beside it, how to confirm it on the plant, what to do, the pre-harvest interval, and the second candidate it could also be. A diagnosis from one photograph is a shortlist rather than a verdict, and the screen says so twice.
On the "Checking damage from a photograph" path.
The screenshot shows 65%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 17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 More
Everything outside the day’s work. What appears depends on who is looking.
On the "What the plan covers, and what it costs" path.
The screenshot shows 67%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 — My profile
Contact details, and nothing else since review 06/09: a first and last name, the number and the address, all of them editable. Committing the screen sends a code to the number and hands to A9, because the number is the one detail here that has to be proved.
1. Send code to new phone number → A9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F3 — Reports
The farm written up for a week, a season, or a bank. It comes back as a document in whichever language was asked for.
The screenshot shows 45%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F4 — Weather
The forecast, and any warning attached to it. It came off the farm screen in the v1.5.4 review — it is a thing to look up rather than a thing to be shown every time the app opens.
The screenshot shows 28%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F5 — Subscription info for existing users
What is being paid for and when it renews, with the sum shown. Where it was bought decides what this screen may offer, and since review 06/09 three jobs that were a phone number are rows: an invoice, switching the cycle or the level, and team members. A17 is the same question for an account that does not have one yet.
On the "What the plan covers, and what it costs" path.
The screenshot shows 57%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F6 — Compare plans
MMC’s own Feature_Comparison document, transcribed: forty-five features in fourteen groups across the two catalogues it describes — Farm App Services for a crop or mixed holding, Tree Advisory for a tree one. They are two products and cannot be merged, because they disagree: canopy water content is in Basic on one and Premium-only on the other. No prices — A17 and F5 are the screens with a figure on them, and both link here.
1. Back to my plan → F5
On the "What the plan covers, and what it costs" path.
The screenshot shows 14%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F7 — Settings
The language menu itself, the way through to units, notifications and storage, shared phones, Face ID, the legal documents, and closing the account for good.
1. Units and formats → F8
2. Advice distribution → F9
On the "Settings"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F8 — Units and formats
Land area, water, temperature, calendar, time and numerals, each in a section of its own. The calendar offers Gregorian, both, or Hijri — single, double, single.
On the "Settings"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F9 — Advice distribution
A standing rule for where each kind of advice goes: irrigation, fertilisation and crop protection, each by SMS, WhatsApp or Telegram, each naming the people on the team who receive it.
On the "Settings" path.
The screenshot shows 47%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F10 — Data and storage
How much of the phone the app has taken up, whether to wait for Wi-Fi, and what is still waiting to be sent.
On the "Settings" path.
The screenshot shows 36%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F11 — Activity log
Who did what, when, and on which farm. Entries are added and never edited afterwards, which is the point of it.
The screenshot shows 22%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F12 — Help and user guide
Answers to the questions that come up most, a glossary for the agronomy words the app uses, and the tour again for anyone who skipped it.
On the "Looking a crop or a disease up" path.
The screenshot shows 14%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F13 — Crop guide
New at the 13/09 catalogue review: the 37 crops the app already knew about, readable at last. They were picker data — a name and three varieties, offered when a farmer declares what he planted — and nothing anywhere said how long the season runs, what it drinks, or what goes wrong with it. Grouped by family, searchable by variety, and marked where the farmer grows it himself.
On the "Looking a crop or a disease up" path.
The screenshot shows 17%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F14 — One crop
The page behind a crop: the season it commits the ground for, the water it takes, spacing, sowing and harvest windows, its varieties, and the pests and diseases that name it — each of which opens its own entry. The cross-link is the point of shipping the two directories together.
On the "Looking a crop or a disease up" path.
The screenshot shows 52%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F15 — Pests and diseases
The directory the app had been referring farmers to for months without having one: the glossary told them to look up a pre-harvest interval “in the disease directory”, and there was none. Eighteen entries written for this region — red palm weevil, dubas bug, bayoud — searchable by name, symptom or crop.
On the "Looking a crop or a disease up" path.
The screenshot shows 39%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F16 — One pest or disease
What to look for, what brings it on, what to do about it, and how long before the crop can be picked. Reached from the risk strip on a plot, from a photo diagnosis, or from the crop it affects — which is what stops a reference library being one nobody opens.
On the "Looking a crop or a disease up" path.
The screenshot shows 41%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F17 — Contact Wafra
Two large buttons, call or message, and a slower route for anything that needs a written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slideLayout" Target="../slideLayouts/slideLayout1.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slideLayout" Target="../slideLayouts/slideLayout1.xml"/><Relationship Id="rId1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jpg"/><Relationship Id="rId16" Type="http://schemas.openxmlformats.org/officeDocument/2006/relationships/slideLayout" Target="../slideLayouts/slideLayout1.xml"/><Relationship Id="rId1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slideLayout" Target="../slideLayouts/slideLayout1.xml"/><Relationship Id="rId1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slideLayout" Target="../slideLayouts/slideLayout1.xml"/><Relationship Id="rId1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slideLayout" Target="../slideLayouts/slideLayout1.xml"/><Relationship Id="rId1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slideLayout" Target="../slideLayouts/slideLayout1.xml"/><Relationship Id="rId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slideLayout" Target="../slideLayouts/slideLayout1.xml"/><Relationship Id="rId1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4.png"/><Relationship Id="rId15" Type="http://schemas.openxmlformats.org/officeDocument/2006/relationships/slideLayout" Target="../slideLayouts/slideLayout1.xml"/><Relationship Id="rId1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png"/><Relationship Id="rId15" Type="http://schemas.openxmlformats.org/officeDocument/2006/relationships/image" Target="../media/image-19-15.jpg"/><Relationship Id="rId16" Type="http://schemas.openxmlformats.org/officeDocument/2006/relationships/slideLayout" Target="../slideLayouts/slideLayout1.xml"/><Relationship Id="rId1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image" Target="../media/image-20-15.jpg"/><Relationship Id="rId16" Type="http://schemas.openxmlformats.org/officeDocument/2006/relationships/slideLayout" Target="../slideLayouts/slideLayout1.xml"/><Relationship Id="rId1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image" Target="../media/image-21-13.png"/><Relationship Id="rId14" Type="http://schemas.openxmlformats.org/officeDocument/2006/relationships/image" Target="../media/image-21-14.png"/><Relationship Id="rId15" Type="http://schemas.openxmlformats.org/officeDocument/2006/relationships/slideLayout" Target="../slideLayouts/slideLayout1.xml"/><Relationship Id="rId1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jp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jp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jp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jp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jp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jp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jp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jp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jp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jp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slideLayout" Target="../slideLayouts/slideLayout1.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slideLayout" Target="../slideLayouts/slideLayout1.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jpg"/><Relationship Id="rId6" Type="http://schemas.openxmlformats.org/officeDocument/2006/relationships/slideLayout" Target="../slideLayouts/slideLayout1.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jp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jp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jpg"/><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jpg"/><Relationship Id="rId7" Type="http://schemas.openxmlformats.org/officeDocument/2006/relationships/slideLayout" Target="../slideLayouts/slideLayout1.xm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jpg"/><Relationship Id="rId7" Type="http://schemas.openxmlformats.org/officeDocument/2006/relationships/slideLayout" Target="../slideLayouts/slideLayout1.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jpg"/><Relationship Id="rId6" Type="http://schemas.openxmlformats.org/officeDocument/2006/relationships/slideLayout" Target="../slideLayouts/slideLayout1.xml"/><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jp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jp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jpg"/><Relationship Id="rId6" Type="http://schemas.openxmlformats.org/officeDocument/2006/relationships/slideLayout" Target="../slideLayouts/slideLayout1.xml"/><Relationship Id="rId7"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jpg"/><Relationship Id="rId6" Type="http://schemas.openxmlformats.org/officeDocument/2006/relationships/slideLayout" Target="../slideLayouts/slideLayout1.xml"/><Relationship Id="rId7"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image" Target="../media/image-58-6.png"/><Relationship Id="rId7" Type="http://schemas.openxmlformats.org/officeDocument/2006/relationships/slideLayout" Target="../slideLayouts/slideLayout1.xml"/><Relationship Id="rId8"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image" Target="../media/image-59-5.png"/><Relationship Id="rId6" Type="http://schemas.openxmlformats.org/officeDocument/2006/relationships/image" Target="../media/image-59-6.png"/><Relationship Id="rId7" Type="http://schemas.openxmlformats.org/officeDocument/2006/relationships/slideLayout" Target="../slideLayouts/slideLayout1.xml"/><Relationship Id="rId8"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image" Target="../media/image-60-6.png"/><Relationship Id="rId7" Type="http://schemas.openxmlformats.org/officeDocument/2006/relationships/image" Target="../media/image-60-7.jpg"/><Relationship Id="rId8" Type="http://schemas.openxmlformats.org/officeDocument/2006/relationships/slideLayout" Target="../slideLayouts/slideLayout1.xml"/><Relationship Id="rId9"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image" Target="../media/image-61-5.png"/><Relationship Id="rId6" Type="http://schemas.openxmlformats.org/officeDocument/2006/relationships/image" Target="../media/image-61-6.png"/><Relationship Id="rId7" Type="http://schemas.openxmlformats.org/officeDocument/2006/relationships/image" Target="../media/image-61-7.jpg"/><Relationship Id="rId8" Type="http://schemas.openxmlformats.org/officeDocument/2006/relationships/slideLayout" Target="../slideLayouts/slideLayout1.xml"/><Relationship Id="rId9"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jp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image" Target="../media/image-63-6.png"/><Relationship Id="rId7" Type="http://schemas.openxmlformats.org/officeDocument/2006/relationships/image" Target="../media/image-63-7.png"/><Relationship Id="rId8" Type="http://schemas.openxmlformats.org/officeDocument/2006/relationships/image" Target="../media/image-63-8.jpg"/><Relationship Id="rId9" Type="http://schemas.openxmlformats.org/officeDocument/2006/relationships/slideLayout" Target="../slideLayouts/slideLayout1.xml"/><Relationship Id="rId10"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image" Target="../media/image-64-6.png"/><Relationship Id="rId7" Type="http://schemas.openxmlformats.org/officeDocument/2006/relationships/image" Target="../media/image-64-7.png"/><Relationship Id="rId8" Type="http://schemas.openxmlformats.org/officeDocument/2006/relationships/image" Target="../media/image-64-8.jpg"/><Relationship Id="rId9" Type="http://schemas.openxmlformats.org/officeDocument/2006/relationships/slideLayout" Target="../slideLayouts/slideLayout1.xml"/><Relationship Id="rId10"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image" Target="../media/image-65-6.png"/><Relationship Id="rId7" Type="http://schemas.openxmlformats.org/officeDocument/2006/relationships/image" Target="../media/image-65-7.png"/><Relationship Id="rId8" Type="http://schemas.openxmlformats.org/officeDocument/2006/relationships/image" Target="../media/image-65-8.jpg"/><Relationship Id="rId9" Type="http://schemas.openxmlformats.org/officeDocument/2006/relationships/slideLayout" Target="../slideLayouts/slideLayout1.xml"/><Relationship Id="rId10"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image" Target="../media/image-66-6.png"/><Relationship Id="rId7" Type="http://schemas.openxmlformats.org/officeDocument/2006/relationships/image" Target="../media/image-66-7.png"/><Relationship Id="rId8" Type="http://schemas.openxmlformats.org/officeDocument/2006/relationships/image" Target="../media/image-66-8.jpg"/><Relationship Id="rId9" Type="http://schemas.openxmlformats.org/officeDocument/2006/relationships/slideLayout" Target="../slideLayouts/slideLayout1.xml"/><Relationship Id="rId10"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image" Target="../media/image-67-4.png"/><Relationship Id="rId5" Type="http://schemas.openxmlformats.org/officeDocument/2006/relationships/image" Target="../media/image-67-5.png"/><Relationship Id="rId6" Type="http://schemas.openxmlformats.org/officeDocument/2006/relationships/image" Target="../media/image-67-6.png"/><Relationship Id="rId7" Type="http://schemas.openxmlformats.org/officeDocument/2006/relationships/image" Target="../media/image-67-7.png"/><Relationship Id="rId8" Type="http://schemas.openxmlformats.org/officeDocument/2006/relationships/image" Target="../media/image-67-8.jpg"/><Relationship Id="rId9" Type="http://schemas.openxmlformats.org/officeDocument/2006/relationships/slideLayout" Target="../slideLayouts/slideLayout1.xml"/><Relationship Id="rId10"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white-label-mockup/.screendeck/logo.png">    </p:cNvPr>
          <p:cNvPicPr>
            <a:picLocks noChangeAspect="1"/>
          </p:cNvPicPr>
          <p:nvPr/>
        </p:nvPicPr>
        <p:blipFill>
          <a:blip r:embed="rId1"/>
          <a:stretch>
            <a:fillRect/>
          </a:stretch>
        </p:blipFill>
        <p:spPr>
          <a:xfrm>
            <a:off x="502920" y="868680"/>
            <a:ext cx="2633472" cy="914400"/>
          </a:xfrm>
          <a:prstGeom prst="rect">
            <a:avLst/>
          </a:prstGeom>
        </p:spPr>
      </p:pic>
      <p:sp>
        <p:nvSpPr>
          <p:cNvPr id="3" name="Text 0"/>
          <p:cNvSpPr/>
          <p:nvPr/>
        </p:nvSpPr>
        <p:spPr>
          <a:xfrm>
            <a:off x="502920" y="2331720"/>
            <a:ext cx="7498080" cy="914400"/>
          </a:xfrm>
          <a:prstGeom prst="rect">
            <a:avLst/>
          </a:prstGeom>
          <a:noFill/>
          <a:ln/>
        </p:spPr>
        <p:txBody>
          <a:bodyPr wrap="square" lIns="0" tIns="0" rIns="0" bIns="0" rtlCol="0" anchor="ctr"/>
          <a:lstStyle/>
          <a:p>
            <a:pPr indent="0" marL="0">
              <a:buNone/>
            </a:pPr>
            <a:r>
              <a:rPr lang="en-US" sz="4600" b="1" dirty="0">
                <a:solidFill>
                  <a:srgbClr val="0D1411"/>
                </a:solidFill>
                <a:latin typeface="Calibri" pitchFamily="34" charset="0"/>
                <a:ea typeface="Calibri" pitchFamily="34" charset="-122"/>
                <a:cs typeface="Calibri" pitchFamily="34" charset="-120"/>
              </a:rPr>
              <a:t>Wafra Farm App</a:t>
            </a:r>
            <a:endParaRPr lang="en-US" sz="4600" dirty="0"/>
          </a:p>
        </p:txBody>
      </p:sp>
      <p:sp>
        <p:nvSpPr>
          <p:cNvPr id="4" name="Text 1"/>
          <p:cNvSpPr/>
          <p:nvPr/>
        </p:nvSpPr>
        <p:spPr>
          <a:xfrm>
            <a:off x="502920" y="3703320"/>
            <a:ext cx="2194560" cy="868680"/>
          </a:xfrm>
          <a:prstGeom prst="rect">
            <a:avLst/>
          </a:prstGeom>
          <a:noFill/>
          <a:ln/>
        </p:spPr>
        <p:txBody>
          <a:bodyPr wrap="square" lIns="0" tIns="0" rIns="0" bIns="0" rtlCol="0" anchor="ctr"/>
          <a:lstStyle/>
          <a:p>
            <a:pPr indent="0" marL="0">
              <a:buNone/>
            </a:pPr>
            <a:r>
              <a:rPr lang="en-US" sz="5400" b="1" dirty="0">
                <a:solidFill>
                  <a:srgbClr val="0D1411"/>
                </a:solidFill>
                <a:latin typeface="Calibri" pitchFamily="34" charset="0"/>
                <a:ea typeface="Calibri" pitchFamily="34" charset="-122"/>
                <a:cs typeface="Calibri" pitchFamily="34" charset="-120"/>
              </a:rPr>
              <a:t>60</a:t>
            </a:r>
            <a:endParaRPr lang="en-US" sz="5400" dirty="0"/>
          </a:p>
        </p:txBody>
      </p:sp>
      <p:sp>
        <p:nvSpPr>
          <p:cNvPr id="5" name="Text 2"/>
          <p:cNvSpPr/>
          <p:nvPr/>
        </p:nvSpPr>
        <p:spPr>
          <a:xfrm>
            <a:off x="502920" y="4553712"/>
            <a:ext cx="2194560" cy="310896"/>
          </a:xfrm>
          <a:prstGeom prst="rect">
            <a:avLst/>
          </a:prstGeom>
          <a:noFill/>
          <a:ln/>
        </p:spPr>
        <p:txBody>
          <a:bodyPr wrap="square" lIns="0" tIns="0" rIns="0" bIns="0" rtlCol="0" anchor="ctr"/>
          <a:lstStyle/>
          <a:p>
            <a:pPr indent="0" marL="0">
              <a:buNone/>
            </a:pPr>
            <a:r>
              <a:rPr lang="en-US" sz="1200" b="1" spc="160" kern="0" dirty="0">
                <a:solidFill>
                  <a:srgbClr val="1B7350"/>
                </a:solidFill>
                <a:latin typeface="Calibri" pitchFamily="34" charset="0"/>
                <a:ea typeface="Calibri" pitchFamily="34" charset="-122"/>
                <a:cs typeface="Calibri" pitchFamily="34" charset="-120"/>
              </a:rPr>
              <a:t>SCREENS</a:t>
            </a:r>
            <a:endParaRPr lang="en-US" sz="1200" dirty="0"/>
          </a:p>
        </p:txBody>
      </p:sp>
      <p:sp>
        <p:nvSpPr>
          <p:cNvPr id="6" name="Text 3"/>
          <p:cNvSpPr/>
          <p:nvPr/>
        </p:nvSpPr>
        <p:spPr>
          <a:xfrm>
            <a:off x="2971800" y="3703320"/>
            <a:ext cx="2194560" cy="868680"/>
          </a:xfrm>
          <a:prstGeom prst="rect">
            <a:avLst/>
          </a:prstGeom>
          <a:noFill/>
          <a:ln/>
        </p:spPr>
        <p:txBody>
          <a:bodyPr wrap="square" lIns="0" tIns="0" rIns="0" bIns="0" rtlCol="0" anchor="ctr"/>
          <a:lstStyle/>
          <a:p>
            <a:pPr indent="0" marL="0">
              <a:buNone/>
            </a:pPr>
            <a:r>
              <a:rPr lang="en-US" sz="5400" b="1" dirty="0">
                <a:solidFill>
                  <a:srgbClr val="0D1411"/>
                </a:solidFill>
                <a:latin typeface="Calibri" pitchFamily="34" charset="0"/>
                <a:ea typeface="Calibri" pitchFamily="34" charset="-122"/>
                <a:cs typeface="Calibri" pitchFamily="34" charset="-120"/>
              </a:rPr>
              <a:t>1.7.2</a:t>
            </a:r>
            <a:endParaRPr lang="en-US" sz="5400" dirty="0"/>
          </a:p>
        </p:txBody>
      </p:sp>
      <p:sp>
        <p:nvSpPr>
          <p:cNvPr id="7" name="Text 4"/>
          <p:cNvSpPr/>
          <p:nvPr/>
        </p:nvSpPr>
        <p:spPr>
          <a:xfrm>
            <a:off x="2971800" y="4553712"/>
            <a:ext cx="2194560" cy="310896"/>
          </a:xfrm>
          <a:prstGeom prst="rect">
            <a:avLst/>
          </a:prstGeom>
          <a:noFill/>
          <a:ln/>
        </p:spPr>
        <p:txBody>
          <a:bodyPr wrap="square" lIns="0" tIns="0" rIns="0" bIns="0" rtlCol="0" anchor="ctr"/>
          <a:lstStyle/>
          <a:p>
            <a:pPr indent="0" marL="0">
              <a:buNone/>
            </a:pPr>
            <a:r>
              <a:rPr lang="en-US" sz="1200" b="1" spc="160" kern="0" dirty="0">
                <a:solidFill>
                  <a:srgbClr val="1B7350"/>
                </a:solidFill>
                <a:latin typeface="Calibri" pitchFamily="34" charset="0"/>
                <a:ea typeface="Calibri" pitchFamily="34" charset="-122"/>
                <a:cs typeface="Calibri" pitchFamily="34" charset="-120"/>
              </a:rPr>
              <a:t>VERSION</a:t>
            </a:r>
            <a:endParaRPr lang="en-US" sz="1200" dirty="0"/>
          </a:p>
        </p:txBody>
      </p:sp>
      <p:sp>
        <p:nvSpPr>
          <p:cNvPr id="8" name="Text 5"/>
          <p:cNvSpPr/>
          <p:nvPr/>
        </p:nvSpPr>
        <p:spPr>
          <a:xfrm>
            <a:off x="502920" y="5440680"/>
            <a:ext cx="6035040" cy="822960"/>
          </a:xfrm>
          <a:prstGeom prst="rect">
            <a:avLst/>
          </a:prstGeom>
          <a:noFill/>
          <a:ln/>
        </p:spPr>
        <p:txBody>
          <a:bodyPr wrap="square" lIns="0" tIns="0" rIns="0" bIns="0" rtlCol="0" anchor="ctr"/>
          <a:lstStyle/>
          <a:p>
            <a:pPr indent="0" marL="0">
              <a:lnSpc>
                <a:spcPts val="2000"/>
              </a:lnSpc>
              <a:buNone/>
            </a:pPr>
            <a:r>
              <a:rPr lang="en-US" sz="1300" dirty="0">
                <a:solidFill>
                  <a:srgbClr val="4A5852"/>
                </a:solidFill>
                <a:latin typeface="Calibri" pitchFamily="34" charset="0"/>
                <a:ea typeface="Calibri" pitchFamily="34" charset="-122"/>
                <a:cs typeface="Calibri" pitchFamily="34" charset="-120"/>
              </a:rPr>
              <a:t>60 screens across 6 sections of the app, at version 1.7.2. Each page carries one screen on the left; the right-hand side is left clear for comments and notes.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5486400" cy="457200"/>
          </a:xfrm>
          <a:prstGeom prst="rect">
            <a:avLst/>
          </a:prstGeom>
          <a:noFill/>
          <a:ln/>
        </p:spPr>
        <p:txBody>
          <a:bodyPr wrap="square" lIns="0" tIns="0" rIns="0" bIns="0" rtlCol="0" anchor="ctr"/>
          <a:lstStyle/>
          <a:p>
            <a:pPr indent="0" marL="0">
              <a:buNone/>
            </a:pPr>
            <a:r>
              <a:rPr lang="en-US" sz="2400" b="1" dirty="0">
                <a:solidFill>
                  <a:srgbClr val="0D1411"/>
                </a:solidFill>
                <a:latin typeface="Calibri" pitchFamily="34" charset="0"/>
                <a:ea typeface="Calibri" pitchFamily="34" charset="-122"/>
                <a:cs typeface="Calibri" pitchFamily="34" charset="-120"/>
              </a:rPr>
              <a:t>Every screen</a:t>
            </a:r>
            <a:endParaRPr lang="en-US" sz="2400" dirty="0"/>
          </a:p>
        </p:txBody>
      </p:sp>
      <p:sp>
        <p:nvSpPr>
          <p:cNvPr id="3" name="Text 1"/>
          <p:cNvSpPr/>
          <p:nvPr/>
        </p:nvSpPr>
        <p:spPr>
          <a:xfrm>
            <a:off x="502920" y="841248"/>
            <a:ext cx="5486400" cy="274320"/>
          </a:xfrm>
          <a:prstGeom prst="rect">
            <a:avLst/>
          </a:prstGeom>
          <a:noFill/>
          <a:ln/>
        </p:spPr>
        <p:txBody>
          <a:bodyPr wrap="square" lIns="0" tIns="0" rIns="0" bIns="0" rtlCol="0" anchor="ctr"/>
          <a:lstStyle/>
          <a:p>
            <a:pPr indent="0" marL="0">
              <a:buNone/>
            </a:pPr>
            <a:r>
              <a:rPr lang="en-US" sz="1000" dirty="0">
                <a:solidFill>
                  <a:srgbClr val="4A5852"/>
                </a:solidFill>
                <a:latin typeface="Calibri" pitchFamily="34" charset="0"/>
                <a:ea typeface="Calibri" pitchFamily="34" charset="-122"/>
                <a:cs typeface="Calibri" pitchFamily="34" charset="-120"/>
              </a:rPr>
              <a:t>60 screens · the number is the page in this deck</a:t>
            </a:r>
            <a:endParaRPr lang="en-US" sz="1000" dirty="0"/>
          </a:p>
        </p:txBody>
      </p:sp>
      <p:sp>
        <p:nvSpPr>
          <p:cNvPr id="4" name="Text 2"/>
          <p:cNvSpPr/>
          <p:nvPr/>
        </p:nvSpPr>
        <p:spPr>
          <a:xfrm>
            <a:off x="502920" y="132588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FIRST RUN</a:t>
            </a:r>
            <a:endParaRPr lang="en-US" sz="850" dirty="0"/>
          </a:p>
        </p:txBody>
      </p:sp>
      <p:sp>
        <p:nvSpPr>
          <p:cNvPr id="5" name="Text 3"/>
          <p:cNvSpPr/>
          <p:nvPr/>
        </p:nvSpPr>
        <p:spPr>
          <a:xfrm>
            <a:off x="502920" y="15316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a:t>
            </a:r>
            <a:endParaRPr lang="en-US" sz="850" dirty="0"/>
          </a:p>
        </p:txBody>
      </p:sp>
      <p:sp>
        <p:nvSpPr>
          <p:cNvPr id="6" name="Text 4"/>
          <p:cNvSpPr/>
          <p:nvPr/>
        </p:nvSpPr>
        <p:spPr>
          <a:xfrm>
            <a:off x="1088136" y="15316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Welcome</a:t>
            </a:r>
            <a:endParaRPr lang="en-US" sz="850" dirty="0"/>
          </a:p>
        </p:txBody>
      </p:sp>
      <p:sp>
        <p:nvSpPr>
          <p:cNvPr id="7" name="Text 5"/>
          <p:cNvSpPr/>
          <p:nvPr/>
        </p:nvSpPr>
        <p:spPr>
          <a:xfrm>
            <a:off x="3090672" y="15316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a:t>
            </a:r>
            <a:endParaRPr lang="en-US" sz="850" dirty="0"/>
          </a:p>
        </p:txBody>
      </p:sp>
      <p:sp>
        <p:nvSpPr>
          <p:cNvPr id="8" name="Text 6"/>
          <p:cNvSpPr/>
          <p:nvPr/>
        </p:nvSpPr>
        <p:spPr>
          <a:xfrm>
            <a:off x="502920" y="17373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A2</a:t>
            </a:r>
            <a:endParaRPr lang="en-US" sz="850" dirty="0"/>
          </a:p>
        </p:txBody>
      </p:sp>
      <p:sp>
        <p:nvSpPr>
          <p:cNvPr id="9" name="Text 7"/>
          <p:cNvSpPr/>
          <p:nvPr/>
        </p:nvSpPr>
        <p:spPr>
          <a:xfrm>
            <a:off x="1088136" y="17373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Choose your language</a:t>
            </a:r>
            <a:endParaRPr lang="en-US" sz="850" dirty="0"/>
          </a:p>
        </p:txBody>
      </p:sp>
      <p:sp>
        <p:nvSpPr>
          <p:cNvPr id="10" name="Text 8"/>
          <p:cNvSpPr/>
          <p:nvPr/>
        </p:nvSpPr>
        <p:spPr>
          <a:xfrm>
            <a:off x="3090672" y="17373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a:t>
            </a:r>
            <a:endParaRPr lang="en-US" sz="850" dirty="0"/>
          </a:p>
        </p:txBody>
      </p:sp>
      <p:sp>
        <p:nvSpPr>
          <p:cNvPr id="11" name="Text 9"/>
          <p:cNvSpPr/>
          <p:nvPr/>
        </p:nvSpPr>
        <p:spPr>
          <a:xfrm>
            <a:off x="502920" y="19431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A3</a:t>
            </a:r>
            <a:endParaRPr lang="en-US" sz="850" dirty="0"/>
          </a:p>
        </p:txBody>
      </p:sp>
      <p:sp>
        <p:nvSpPr>
          <p:cNvPr id="12" name="Text 10"/>
          <p:cNvSpPr/>
          <p:nvPr/>
        </p:nvSpPr>
        <p:spPr>
          <a:xfrm>
            <a:off x="1088136" y="19431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1 of 5</a:t>
            </a:r>
            <a:endParaRPr lang="en-US" sz="850" dirty="0"/>
          </a:p>
        </p:txBody>
      </p:sp>
      <p:sp>
        <p:nvSpPr>
          <p:cNvPr id="13" name="Text 11"/>
          <p:cNvSpPr/>
          <p:nvPr/>
        </p:nvSpPr>
        <p:spPr>
          <a:xfrm>
            <a:off x="3090672" y="19431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a:t>
            </a:r>
            <a:endParaRPr lang="en-US" sz="850" dirty="0"/>
          </a:p>
        </p:txBody>
      </p:sp>
      <p:sp>
        <p:nvSpPr>
          <p:cNvPr id="14" name="Text 12"/>
          <p:cNvSpPr/>
          <p:nvPr/>
        </p:nvSpPr>
        <p:spPr>
          <a:xfrm>
            <a:off x="502920" y="21488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A4</a:t>
            </a:r>
            <a:endParaRPr lang="en-US" sz="850" dirty="0"/>
          </a:p>
        </p:txBody>
      </p:sp>
      <p:sp>
        <p:nvSpPr>
          <p:cNvPr id="15" name="Text 13"/>
          <p:cNvSpPr/>
          <p:nvPr/>
        </p:nvSpPr>
        <p:spPr>
          <a:xfrm>
            <a:off x="1088136" y="21488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2 of 5</a:t>
            </a:r>
            <a:endParaRPr lang="en-US" sz="850" dirty="0"/>
          </a:p>
        </p:txBody>
      </p:sp>
      <p:sp>
        <p:nvSpPr>
          <p:cNvPr id="16" name="Text 14"/>
          <p:cNvSpPr/>
          <p:nvPr/>
        </p:nvSpPr>
        <p:spPr>
          <a:xfrm>
            <a:off x="3090672" y="21488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7</a:t>
            </a:r>
            <a:endParaRPr lang="en-US" sz="850" dirty="0"/>
          </a:p>
        </p:txBody>
      </p:sp>
      <p:sp>
        <p:nvSpPr>
          <p:cNvPr id="17" name="Text 15"/>
          <p:cNvSpPr/>
          <p:nvPr/>
        </p:nvSpPr>
        <p:spPr>
          <a:xfrm>
            <a:off x="502920" y="23545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A5</a:t>
            </a:r>
            <a:endParaRPr lang="en-US" sz="850" dirty="0"/>
          </a:p>
        </p:txBody>
      </p:sp>
      <p:sp>
        <p:nvSpPr>
          <p:cNvPr id="18" name="Text 16"/>
          <p:cNvSpPr/>
          <p:nvPr/>
        </p:nvSpPr>
        <p:spPr>
          <a:xfrm>
            <a:off x="1088136" y="23545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3 of 5</a:t>
            </a:r>
            <a:endParaRPr lang="en-US" sz="850" dirty="0"/>
          </a:p>
        </p:txBody>
      </p:sp>
      <p:sp>
        <p:nvSpPr>
          <p:cNvPr id="19" name="Text 17"/>
          <p:cNvSpPr/>
          <p:nvPr/>
        </p:nvSpPr>
        <p:spPr>
          <a:xfrm>
            <a:off x="3090672" y="23545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8</a:t>
            </a:r>
            <a:endParaRPr lang="en-US" sz="850" dirty="0"/>
          </a:p>
        </p:txBody>
      </p:sp>
      <p:sp>
        <p:nvSpPr>
          <p:cNvPr id="20" name="Text 18"/>
          <p:cNvSpPr/>
          <p:nvPr/>
        </p:nvSpPr>
        <p:spPr>
          <a:xfrm>
            <a:off x="502920" y="25603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A6</a:t>
            </a:r>
            <a:endParaRPr lang="en-US" sz="850" dirty="0"/>
          </a:p>
        </p:txBody>
      </p:sp>
      <p:sp>
        <p:nvSpPr>
          <p:cNvPr id="21" name="Text 19"/>
          <p:cNvSpPr/>
          <p:nvPr/>
        </p:nvSpPr>
        <p:spPr>
          <a:xfrm>
            <a:off x="1088136" y="25603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4 of 5</a:t>
            </a:r>
            <a:endParaRPr lang="en-US" sz="850" dirty="0"/>
          </a:p>
        </p:txBody>
      </p:sp>
      <p:sp>
        <p:nvSpPr>
          <p:cNvPr id="22" name="Text 20"/>
          <p:cNvSpPr/>
          <p:nvPr/>
        </p:nvSpPr>
        <p:spPr>
          <a:xfrm>
            <a:off x="3090672" y="25603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9</a:t>
            </a:r>
            <a:endParaRPr lang="en-US" sz="850" dirty="0"/>
          </a:p>
        </p:txBody>
      </p:sp>
      <p:sp>
        <p:nvSpPr>
          <p:cNvPr id="23" name="Text 21"/>
          <p:cNvSpPr/>
          <p:nvPr/>
        </p:nvSpPr>
        <p:spPr>
          <a:xfrm>
            <a:off x="502920" y="27660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A7</a:t>
            </a:r>
            <a:endParaRPr lang="en-US" sz="850" dirty="0"/>
          </a:p>
        </p:txBody>
      </p:sp>
      <p:sp>
        <p:nvSpPr>
          <p:cNvPr id="24" name="Text 22"/>
          <p:cNvSpPr/>
          <p:nvPr/>
        </p:nvSpPr>
        <p:spPr>
          <a:xfrm>
            <a:off x="1088136" y="27660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5 of 5</a:t>
            </a:r>
            <a:endParaRPr lang="en-US" sz="850" dirty="0"/>
          </a:p>
        </p:txBody>
      </p:sp>
      <p:sp>
        <p:nvSpPr>
          <p:cNvPr id="25" name="Text 23"/>
          <p:cNvSpPr/>
          <p:nvPr/>
        </p:nvSpPr>
        <p:spPr>
          <a:xfrm>
            <a:off x="3090672" y="27660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10</a:t>
            </a:r>
            <a:endParaRPr lang="en-US" sz="850" dirty="0"/>
          </a:p>
        </p:txBody>
      </p:sp>
      <p:sp>
        <p:nvSpPr>
          <p:cNvPr id="26" name="Text 24"/>
          <p:cNvSpPr/>
          <p:nvPr/>
        </p:nvSpPr>
        <p:spPr>
          <a:xfrm>
            <a:off x="502920" y="29718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A8</a:t>
            </a:r>
            <a:endParaRPr lang="en-US" sz="850" dirty="0"/>
          </a:p>
        </p:txBody>
      </p:sp>
      <p:sp>
        <p:nvSpPr>
          <p:cNvPr id="27" name="Text 25"/>
          <p:cNvSpPr/>
          <p:nvPr/>
        </p:nvSpPr>
        <p:spPr>
          <a:xfrm>
            <a:off x="1088136" y="29718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Sign up</a:t>
            </a:r>
            <a:endParaRPr lang="en-US" sz="850" dirty="0"/>
          </a:p>
        </p:txBody>
      </p:sp>
      <p:sp>
        <p:nvSpPr>
          <p:cNvPr id="28" name="Text 26"/>
          <p:cNvSpPr/>
          <p:nvPr/>
        </p:nvSpPr>
        <p:spPr>
          <a:xfrm>
            <a:off x="3090672" y="29718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11</a:t>
            </a:r>
            <a:endParaRPr lang="en-US" sz="850" dirty="0"/>
          </a:p>
        </p:txBody>
      </p:sp>
      <p:sp>
        <p:nvSpPr>
          <p:cNvPr id="29" name="Text 27"/>
          <p:cNvSpPr/>
          <p:nvPr/>
        </p:nvSpPr>
        <p:spPr>
          <a:xfrm>
            <a:off x="502920" y="31775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A9</a:t>
            </a:r>
            <a:endParaRPr lang="en-US" sz="850" dirty="0"/>
          </a:p>
        </p:txBody>
      </p:sp>
      <p:sp>
        <p:nvSpPr>
          <p:cNvPr id="30" name="Text 28"/>
          <p:cNvSpPr/>
          <p:nvPr/>
        </p:nvSpPr>
        <p:spPr>
          <a:xfrm>
            <a:off x="1088136" y="31775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Verify code</a:t>
            </a:r>
            <a:endParaRPr lang="en-US" sz="850" dirty="0"/>
          </a:p>
        </p:txBody>
      </p:sp>
      <p:sp>
        <p:nvSpPr>
          <p:cNvPr id="31" name="Text 29"/>
          <p:cNvSpPr/>
          <p:nvPr/>
        </p:nvSpPr>
        <p:spPr>
          <a:xfrm>
            <a:off x="3090672" y="31775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12</a:t>
            </a:r>
            <a:endParaRPr lang="en-US" sz="850" dirty="0"/>
          </a:p>
        </p:txBody>
      </p:sp>
      <p:sp>
        <p:nvSpPr>
          <p:cNvPr id="32" name="Text 30"/>
          <p:cNvSpPr/>
          <p:nvPr/>
        </p:nvSpPr>
        <p:spPr>
          <a:xfrm>
            <a:off x="502920" y="33832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A10</a:t>
            </a:r>
            <a:endParaRPr lang="en-US" sz="850" dirty="0"/>
          </a:p>
        </p:txBody>
      </p:sp>
      <p:sp>
        <p:nvSpPr>
          <p:cNvPr id="33" name="Text 31"/>
          <p:cNvSpPr/>
          <p:nvPr/>
        </p:nvSpPr>
        <p:spPr>
          <a:xfrm>
            <a:off x="1088136" y="33832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Tell us about your farm</a:t>
            </a:r>
            <a:endParaRPr lang="en-US" sz="850" dirty="0"/>
          </a:p>
        </p:txBody>
      </p:sp>
      <p:sp>
        <p:nvSpPr>
          <p:cNvPr id="34" name="Text 32"/>
          <p:cNvSpPr/>
          <p:nvPr/>
        </p:nvSpPr>
        <p:spPr>
          <a:xfrm>
            <a:off x="3090672" y="33832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13</a:t>
            </a:r>
            <a:endParaRPr lang="en-US" sz="850" dirty="0"/>
          </a:p>
        </p:txBody>
      </p:sp>
      <p:sp>
        <p:nvSpPr>
          <p:cNvPr id="35" name="Text 33"/>
          <p:cNvSpPr/>
          <p:nvPr/>
        </p:nvSpPr>
        <p:spPr>
          <a:xfrm>
            <a:off x="502920" y="35890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A11</a:t>
            </a:r>
            <a:endParaRPr lang="en-US" sz="850" dirty="0"/>
          </a:p>
        </p:txBody>
      </p:sp>
      <p:sp>
        <p:nvSpPr>
          <p:cNvPr id="36" name="Text 34"/>
          <p:cNvSpPr/>
          <p:nvPr/>
        </p:nvSpPr>
        <p:spPr>
          <a:xfrm>
            <a:off x="1088136" y="35890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Available service plans</a:t>
            </a:r>
            <a:endParaRPr lang="en-US" sz="850" dirty="0"/>
          </a:p>
        </p:txBody>
      </p:sp>
      <p:sp>
        <p:nvSpPr>
          <p:cNvPr id="37" name="Text 35"/>
          <p:cNvSpPr/>
          <p:nvPr/>
        </p:nvSpPr>
        <p:spPr>
          <a:xfrm>
            <a:off x="3090672" y="35890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14</a:t>
            </a:r>
            <a:endParaRPr lang="en-US" sz="850" dirty="0"/>
          </a:p>
        </p:txBody>
      </p:sp>
      <p:sp>
        <p:nvSpPr>
          <p:cNvPr id="38" name="Text 36"/>
          <p:cNvSpPr/>
          <p:nvPr/>
        </p:nvSpPr>
        <p:spPr>
          <a:xfrm>
            <a:off x="502920" y="37947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A12</a:t>
            </a:r>
            <a:endParaRPr lang="en-US" sz="850" dirty="0"/>
          </a:p>
        </p:txBody>
      </p:sp>
      <p:sp>
        <p:nvSpPr>
          <p:cNvPr id="39" name="Text 37"/>
          <p:cNvSpPr/>
          <p:nvPr/>
        </p:nvSpPr>
        <p:spPr>
          <a:xfrm>
            <a:off x="1088136" y="37947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Not interested</a:t>
            </a:r>
            <a:endParaRPr lang="en-US" sz="850" dirty="0"/>
          </a:p>
        </p:txBody>
      </p:sp>
      <p:sp>
        <p:nvSpPr>
          <p:cNvPr id="40" name="Text 38"/>
          <p:cNvSpPr/>
          <p:nvPr/>
        </p:nvSpPr>
        <p:spPr>
          <a:xfrm>
            <a:off x="3090672" y="37947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15</a:t>
            </a:r>
            <a:endParaRPr lang="en-US" sz="850" dirty="0"/>
          </a:p>
        </p:txBody>
      </p:sp>
      <p:sp>
        <p:nvSpPr>
          <p:cNvPr id="41" name="Text 39"/>
          <p:cNvSpPr/>
          <p:nvPr/>
        </p:nvSpPr>
        <p:spPr>
          <a:xfrm>
            <a:off x="502920" y="40005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A13</a:t>
            </a:r>
            <a:endParaRPr lang="en-US" sz="850" dirty="0"/>
          </a:p>
        </p:txBody>
      </p:sp>
      <p:sp>
        <p:nvSpPr>
          <p:cNvPr id="42" name="Text 40"/>
          <p:cNvSpPr/>
          <p:nvPr/>
        </p:nvSpPr>
        <p:spPr>
          <a:xfrm>
            <a:off x="1088136" y="40005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Locate your farm</a:t>
            </a:r>
            <a:endParaRPr lang="en-US" sz="850" dirty="0"/>
          </a:p>
        </p:txBody>
      </p:sp>
      <p:sp>
        <p:nvSpPr>
          <p:cNvPr id="43" name="Text 41"/>
          <p:cNvSpPr/>
          <p:nvPr/>
        </p:nvSpPr>
        <p:spPr>
          <a:xfrm>
            <a:off x="3090672" y="40005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16</a:t>
            </a:r>
            <a:endParaRPr lang="en-US" sz="850" dirty="0"/>
          </a:p>
        </p:txBody>
      </p:sp>
      <p:sp>
        <p:nvSpPr>
          <p:cNvPr id="44" name="Text 42"/>
          <p:cNvSpPr/>
          <p:nvPr/>
        </p:nvSpPr>
        <p:spPr>
          <a:xfrm>
            <a:off x="502920" y="42062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A14</a:t>
            </a:r>
            <a:endParaRPr lang="en-US" sz="850" dirty="0"/>
          </a:p>
        </p:txBody>
      </p:sp>
      <p:sp>
        <p:nvSpPr>
          <p:cNvPr id="45" name="Text 43"/>
          <p:cNvSpPr/>
          <p:nvPr/>
        </p:nvSpPr>
        <p:spPr>
          <a:xfrm>
            <a:off x="1088136" y="42062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Draw your farm boundary</a:t>
            </a:r>
            <a:endParaRPr lang="en-US" sz="850" dirty="0"/>
          </a:p>
        </p:txBody>
      </p:sp>
      <p:sp>
        <p:nvSpPr>
          <p:cNvPr id="46" name="Text 44"/>
          <p:cNvSpPr/>
          <p:nvPr/>
        </p:nvSpPr>
        <p:spPr>
          <a:xfrm>
            <a:off x="3090672" y="42062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17</a:t>
            </a:r>
            <a:endParaRPr lang="en-US" sz="850" dirty="0"/>
          </a:p>
        </p:txBody>
      </p:sp>
      <p:sp>
        <p:nvSpPr>
          <p:cNvPr id="47" name="Text 45"/>
          <p:cNvSpPr/>
          <p:nvPr/>
        </p:nvSpPr>
        <p:spPr>
          <a:xfrm>
            <a:off x="502920" y="44119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A15</a:t>
            </a:r>
            <a:endParaRPr lang="en-US" sz="850" dirty="0"/>
          </a:p>
        </p:txBody>
      </p:sp>
      <p:sp>
        <p:nvSpPr>
          <p:cNvPr id="48" name="Text 46"/>
          <p:cNvSpPr/>
          <p:nvPr/>
        </p:nvSpPr>
        <p:spPr>
          <a:xfrm>
            <a:off x="1088136" y="44119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Survey in progress</a:t>
            </a:r>
            <a:endParaRPr lang="en-US" sz="850" dirty="0"/>
          </a:p>
        </p:txBody>
      </p:sp>
      <p:sp>
        <p:nvSpPr>
          <p:cNvPr id="49" name="Text 47"/>
          <p:cNvSpPr/>
          <p:nvPr/>
        </p:nvSpPr>
        <p:spPr>
          <a:xfrm>
            <a:off x="3090672" y="44119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18</a:t>
            </a:r>
            <a:endParaRPr lang="en-US" sz="850" dirty="0"/>
          </a:p>
        </p:txBody>
      </p:sp>
      <p:sp>
        <p:nvSpPr>
          <p:cNvPr id="50" name="Text 48"/>
          <p:cNvSpPr/>
          <p:nvPr/>
        </p:nvSpPr>
        <p:spPr>
          <a:xfrm>
            <a:off x="502920" y="46177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A16</a:t>
            </a:r>
            <a:endParaRPr lang="en-US" sz="850" dirty="0"/>
          </a:p>
        </p:txBody>
      </p:sp>
      <p:sp>
        <p:nvSpPr>
          <p:cNvPr id="51" name="Text 49"/>
          <p:cNvSpPr/>
          <p:nvPr/>
        </p:nvSpPr>
        <p:spPr>
          <a:xfrm>
            <a:off x="1088136" y="46177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Survey results</a:t>
            </a:r>
            <a:endParaRPr lang="en-US" sz="850" dirty="0"/>
          </a:p>
        </p:txBody>
      </p:sp>
      <p:sp>
        <p:nvSpPr>
          <p:cNvPr id="52" name="Text 50"/>
          <p:cNvSpPr/>
          <p:nvPr/>
        </p:nvSpPr>
        <p:spPr>
          <a:xfrm>
            <a:off x="3090672" y="46177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19</a:t>
            </a:r>
            <a:endParaRPr lang="en-US" sz="850" dirty="0"/>
          </a:p>
        </p:txBody>
      </p:sp>
      <p:sp>
        <p:nvSpPr>
          <p:cNvPr id="53" name="Text 51"/>
          <p:cNvSpPr/>
          <p:nvPr/>
        </p:nvSpPr>
        <p:spPr>
          <a:xfrm>
            <a:off x="502920" y="48234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A17</a:t>
            </a:r>
            <a:endParaRPr lang="en-US" sz="850" dirty="0"/>
          </a:p>
        </p:txBody>
      </p:sp>
      <p:sp>
        <p:nvSpPr>
          <p:cNvPr id="54" name="Text 52"/>
          <p:cNvSpPr/>
          <p:nvPr/>
        </p:nvSpPr>
        <p:spPr>
          <a:xfrm>
            <a:off x="1088136" y="48234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Service plans</a:t>
            </a:r>
            <a:endParaRPr lang="en-US" sz="850" dirty="0"/>
          </a:p>
        </p:txBody>
      </p:sp>
      <p:sp>
        <p:nvSpPr>
          <p:cNvPr id="55" name="Text 53"/>
          <p:cNvSpPr/>
          <p:nvPr/>
        </p:nvSpPr>
        <p:spPr>
          <a:xfrm>
            <a:off x="3090672" y="48234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20</a:t>
            </a:r>
            <a:endParaRPr lang="en-US" sz="850" dirty="0"/>
          </a:p>
        </p:txBody>
      </p:sp>
      <p:sp>
        <p:nvSpPr>
          <p:cNvPr id="56" name="Text 54"/>
          <p:cNvSpPr/>
          <p:nvPr/>
        </p:nvSpPr>
        <p:spPr>
          <a:xfrm>
            <a:off x="502920" y="50292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A18</a:t>
            </a:r>
            <a:endParaRPr lang="en-US" sz="850" dirty="0"/>
          </a:p>
        </p:txBody>
      </p:sp>
      <p:sp>
        <p:nvSpPr>
          <p:cNvPr id="57" name="Text 55"/>
          <p:cNvSpPr/>
          <p:nvPr/>
        </p:nvSpPr>
        <p:spPr>
          <a:xfrm>
            <a:off x="1088136" y="50292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Confirm subscription</a:t>
            </a:r>
            <a:endParaRPr lang="en-US" sz="850" dirty="0"/>
          </a:p>
        </p:txBody>
      </p:sp>
      <p:sp>
        <p:nvSpPr>
          <p:cNvPr id="58" name="Text 56"/>
          <p:cNvSpPr/>
          <p:nvPr/>
        </p:nvSpPr>
        <p:spPr>
          <a:xfrm>
            <a:off x="3090672" y="50292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21</a:t>
            </a:r>
            <a:endParaRPr lang="en-US" sz="850" dirty="0"/>
          </a:p>
        </p:txBody>
      </p:sp>
      <p:sp>
        <p:nvSpPr>
          <p:cNvPr id="59" name="Text 57"/>
          <p:cNvSpPr/>
          <p:nvPr/>
        </p:nvSpPr>
        <p:spPr>
          <a:xfrm>
            <a:off x="502920" y="52349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A19</a:t>
            </a:r>
            <a:endParaRPr lang="en-US" sz="850" dirty="0"/>
          </a:p>
        </p:txBody>
      </p:sp>
      <p:sp>
        <p:nvSpPr>
          <p:cNvPr id="60" name="Text 58"/>
          <p:cNvSpPr/>
          <p:nvPr/>
        </p:nvSpPr>
        <p:spPr>
          <a:xfrm>
            <a:off x="1088136" y="52349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You’re ready</a:t>
            </a:r>
            <a:endParaRPr lang="en-US" sz="850" dirty="0"/>
          </a:p>
        </p:txBody>
      </p:sp>
      <p:sp>
        <p:nvSpPr>
          <p:cNvPr id="61" name="Text 59"/>
          <p:cNvSpPr/>
          <p:nvPr/>
        </p:nvSpPr>
        <p:spPr>
          <a:xfrm>
            <a:off x="3090672" y="52349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22</a:t>
            </a:r>
            <a:endParaRPr lang="en-US" sz="850" dirty="0"/>
          </a:p>
        </p:txBody>
      </p:sp>
      <p:sp>
        <p:nvSpPr>
          <p:cNvPr id="62" name="Text 60"/>
          <p:cNvSpPr/>
          <p:nvPr/>
        </p:nvSpPr>
        <p:spPr>
          <a:xfrm>
            <a:off x="3867912" y="132588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LOG IN</a:t>
            </a:r>
            <a:endParaRPr lang="en-US" sz="850" dirty="0"/>
          </a:p>
        </p:txBody>
      </p:sp>
      <p:sp>
        <p:nvSpPr>
          <p:cNvPr id="63" name="Text 61"/>
          <p:cNvSpPr/>
          <p:nvPr/>
        </p:nvSpPr>
        <p:spPr>
          <a:xfrm>
            <a:off x="3867912" y="15316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A20</a:t>
            </a:r>
            <a:endParaRPr lang="en-US" sz="850" dirty="0"/>
          </a:p>
        </p:txBody>
      </p:sp>
      <p:sp>
        <p:nvSpPr>
          <p:cNvPr id="64" name="Text 62"/>
          <p:cNvSpPr/>
          <p:nvPr/>
        </p:nvSpPr>
        <p:spPr>
          <a:xfrm>
            <a:off x="4453128" y="15316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Log in</a:t>
            </a:r>
            <a:endParaRPr lang="en-US" sz="850" dirty="0"/>
          </a:p>
        </p:txBody>
      </p:sp>
      <p:sp>
        <p:nvSpPr>
          <p:cNvPr id="65" name="Text 63"/>
          <p:cNvSpPr/>
          <p:nvPr/>
        </p:nvSpPr>
        <p:spPr>
          <a:xfrm>
            <a:off x="6455664" y="15316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24</a:t>
            </a:r>
            <a:endParaRPr lang="en-US" sz="850" dirty="0"/>
          </a:p>
        </p:txBody>
      </p:sp>
      <p:sp>
        <p:nvSpPr>
          <p:cNvPr id="66" name="Text 64"/>
          <p:cNvSpPr/>
          <p:nvPr/>
        </p:nvSpPr>
        <p:spPr>
          <a:xfrm>
            <a:off x="3867912" y="17373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A21</a:t>
            </a:r>
            <a:endParaRPr lang="en-US" sz="850" dirty="0"/>
          </a:p>
        </p:txBody>
      </p:sp>
      <p:sp>
        <p:nvSpPr>
          <p:cNvPr id="67" name="Text 65"/>
          <p:cNvSpPr/>
          <p:nvPr/>
        </p:nvSpPr>
        <p:spPr>
          <a:xfrm>
            <a:off x="4453128" y="17373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Join a farm as a guest</a:t>
            </a:r>
            <a:endParaRPr lang="en-US" sz="850" dirty="0"/>
          </a:p>
        </p:txBody>
      </p:sp>
      <p:sp>
        <p:nvSpPr>
          <p:cNvPr id="68" name="Text 66"/>
          <p:cNvSpPr/>
          <p:nvPr/>
        </p:nvSpPr>
        <p:spPr>
          <a:xfrm>
            <a:off x="6455664" y="17373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25</a:t>
            </a:r>
            <a:endParaRPr lang="en-US" sz="850" dirty="0"/>
          </a:p>
        </p:txBody>
      </p:sp>
      <p:sp>
        <p:nvSpPr>
          <p:cNvPr id="69" name="Text 67"/>
          <p:cNvSpPr/>
          <p:nvPr/>
        </p:nvSpPr>
        <p:spPr>
          <a:xfrm>
            <a:off x="3867912" y="194310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MY FARM</a:t>
            </a:r>
            <a:endParaRPr lang="en-US" sz="850" dirty="0"/>
          </a:p>
        </p:txBody>
      </p:sp>
      <p:sp>
        <p:nvSpPr>
          <p:cNvPr id="70" name="Text 68"/>
          <p:cNvSpPr/>
          <p:nvPr/>
        </p:nvSpPr>
        <p:spPr>
          <a:xfrm>
            <a:off x="3867912" y="21488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B1</a:t>
            </a:r>
            <a:endParaRPr lang="en-US" sz="850" dirty="0"/>
          </a:p>
        </p:txBody>
      </p:sp>
      <p:sp>
        <p:nvSpPr>
          <p:cNvPr id="71" name="Text 69"/>
          <p:cNvSpPr/>
          <p:nvPr/>
        </p:nvSpPr>
        <p:spPr>
          <a:xfrm>
            <a:off x="4453128" y="21488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Farm home</a:t>
            </a:r>
            <a:endParaRPr lang="en-US" sz="850" dirty="0"/>
          </a:p>
        </p:txBody>
      </p:sp>
      <p:sp>
        <p:nvSpPr>
          <p:cNvPr id="72" name="Text 70"/>
          <p:cNvSpPr/>
          <p:nvPr/>
        </p:nvSpPr>
        <p:spPr>
          <a:xfrm>
            <a:off x="6455664" y="21488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27</a:t>
            </a:r>
            <a:endParaRPr lang="en-US" sz="850" dirty="0"/>
          </a:p>
        </p:txBody>
      </p:sp>
      <p:sp>
        <p:nvSpPr>
          <p:cNvPr id="73" name="Text 71"/>
          <p:cNvSpPr/>
          <p:nvPr/>
        </p:nvSpPr>
        <p:spPr>
          <a:xfrm>
            <a:off x="3867912" y="23545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B2</a:t>
            </a:r>
            <a:endParaRPr lang="en-US" sz="850" dirty="0"/>
          </a:p>
        </p:txBody>
      </p:sp>
      <p:sp>
        <p:nvSpPr>
          <p:cNvPr id="74" name="Text 72"/>
          <p:cNvSpPr/>
          <p:nvPr/>
        </p:nvSpPr>
        <p:spPr>
          <a:xfrm>
            <a:off x="4453128" y="23545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Plot detail</a:t>
            </a:r>
            <a:endParaRPr lang="en-US" sz="850" dirty="0"/>
          </a:p>
        </p:txBody>
      </p:sp>
      <p:sp>
        <p:nvSpPr>
          <p:cNvPr id="75" name="Text 73"/>
          <p:cNvSpPr/>
          <p:nvPr/>
        </p:nvSpPr>
        <p:spPr>
          <a:xfrm>
            <a:off x="6455664" y="23545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28</a:t>
            </a:r>
            <a:endParaRPr lang="en-US" sz="850" dirty="0"/>
          </a:p>
        </p:txBody>
      </p:sp>
      <p:sp>
        <p:nvSpPr>
          <p:cNvPr id="76" name="Text 74"/>
          <p:cNvSpPr/>
          <p:nvPr/>
        </p:nvSpPr>
        <p:spPr>
          <a:xfrm>
            <a:off x="3867912" y="25603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B12</a:t>
            </a:r>
            <a:endParaRPr lang="en-US" sz="850" dirty="0"/>
          </a:p>
        </p:txBody>
      </p:sp>
      <p:sp>
        <p:nvSpPr>
          <p:cNvPr id="77" name="Text 75"/>
          <p:cNvSpPr/>
          <p:nvPr/>
        </p:nvSpPr>
        <p:spPr>
          <a:xfrm>
            <a:off x="4453128" y="25603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Irrigation schedule</a:t>
            </a:r>
            <a:endParaRPr lang="en-US" sz="850" dirty="0"/>
          </a:p>
        </p:txBody>
      </p:sp>
      <p:sp>
        <p:nvSpPr>
          <p:cNvPr id="78" name="Text 76"/>
          <p:cNvSpPr/>
          <p:nvPr/>
        </p:nvSpPr>
        <p:spPr>
          <a:xfrm>
            <a:off x="6455664" y="25603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29</a:t>
            </a:r>
            <a:endParaRPr lang="en-US" sz="850" dirty="0"/>
          </a:p>
        </p:txBody>
      </p:sp>
      <p:sp>
        <p:nvSpPr>
          <p:cNvPr id="79" name="Text 77"/>
          <p:cNvSpPr/>
          <p:nvPr/>
        </p:nvSpPr>
        <p:spPr>
          <a:xfrm>
            <a:off x="3867912" y="27660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B3</a:t>
            </a:r>
            <a:endParaRPr lang="en-US" sz="850" dirty="0"/>
          </a:p>
        </p:txBody>
      </p:sp>
      <p:sp>
        <p:nvSpPr>
          <p:cNvPr id="80" name="Text 78"/>
          <p:cNvSpPr/>
          <p:nvPr/>
        </p:nvSpPr>
        <p:spPr>
          <a:xfrm>
            <a:off x="4453128" y="27660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cycles</a:t>
            </a:r>
            <a:endParaRPr lang="en-US" sz="850" dirty="0"/>
          </a:p>
        </p:txBody>
      </p:sp>
      <p:sp>
        <p:nvSpPr>
          <p:cNvPr id="81" name="Text 79"/>
          <p:cNvSpPr/>
          <p:nvPr/>
        </p:nvSpPr>
        <p:spPr>
          <a:xfrm>
            <a:off x="6455664" y="27660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30</a:t>
            </a:r>
            <a:endParaRPr lang="en-US" sz="850" dirty="0"/>
          </a:p>
        </p:txBody>
      </p:sp>
      <p:sp>
        <p:nvSpPr>
          <p:cNvPr id="82" name="Text 80"/>
          <p:cNvSpPr/>
          <p:nvPr/>
        </p:nvSpPr>
        <p:spPr>
          <a:xfrm>
            <a:off x="3867912" y="29718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B4</a:t>
            </a:r>
            <a:endParaRPr lang="en-US" sz="850" dirty="0"/>
          </a:p>
        </p:txBody>
      </p:sp>
      <p:sp>
        <p:nvSpPr>
          <p:cNvPr id="83" name="Text 81"/>
          <p:cNvSpPr/>
          <p:nvPr/>
        </p:nvSpPr>
        <p:spPr>
          <a:xfrm>
            <a:off x="4453128" y="29718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Add / edit crop cycle</a:t>
            </a:r>
            <a:endParaRPr lang="en-US" sz="850" dirty="0"/>
          </a:p>
        </p:txBody>
      </p:sp>
      <p:sp>
        <p:nvSpPr>
          <p:cNvPr id="84" name="Text 82"/>
          <p:cNvSpPr/>
          <p:nvPr/>
        </p:nvSpPr>
        <p:spPr>
          <a:xfrm>
            <a:off x="6455664" y="29718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31</a:t>
            </a:r>
            <a:endParaRPr lang="en-US" sz="850" dirty="0"/>
          </a:p>
        </p:txBody>
      </p:sp>
      <p:sp>
        <p:nvSpPr>
          <p:cNvPr id="85" name="Text 83"/>
          <p:cNvSpPr/>
          <p:nvPr/>
        </p:nvSpPr>
        <p:spPr>
          <a:xfrm>
            <a:off x="3867912" y="31775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B5</a:t>
            </a:r>
            <a:endParaRPr lang="en-US" sz="850" dirty="0"/>
          </a:p>
        </p:txBody>
      </p:sp>
      <p:sp>
        <p:nvSpPr>
          <p:cNvPr id="86" name="Text 84"/>
          <p:cNvSpPr/>
          <p:nvPr/>
        </p:nvSpPr>
        <p:spPr>
          <a:xfrm>
            <a:off x="4453128" y="31775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Tree group</a:t>
            </a:r>
            <a:endParaRPr lang="en-US" sz="850" dirty="0"/>
          </a:p>
        </p:txBody>
      </p:sp>
      <p:sp>
        <p:nvSpPr>
          <p:cNvPr id="87" name="Text 85"/>
          <p:cNvSpPr/>
          <p:nvPr/>
        </p:nvSpPr>
        <p:spPr>
          <a:xfrm>
            <a:off x="6455664" y="31775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32</a:t>
            </a:r>
            <a:endParaRPr lang="en-US" sz="850" dirty="0"/>
          </a:p>
        </p:txBody>
      </p:sp>
      <p:sp>
        <p:nvSpPr>
          <p:cNvPr id="88" name="Text 86"/>
          <p:cNvSpPr/>
          <p:nvPr/>
        </p:nvSpPr>
        <p:spPr>
          <a:xfrm>
            <a:off x="3867912" y="33832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B6</a:t>
            </a:r>
            <a:endParaRPr lang="en-US" sz="850" dirty="0"/>
          </a:p>
        </p:txBody>
      </p:sp>
      <p:sp>
        <p:nvSpPr>
          <p:cNvPr id="89" name="Text 87"/>
          <p:cNvSpPr/>
          <p:nvPr/>
        </p:nvSpPr>
        <p:spPr>
          <a:xfrm>
            <a:off x="4453128" y="33832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Tree detail</a:t>
            </a:r>
            <a:endParaRPr lang="en-US" sz="850" dirty="0"/>
          </a:p>
        </p:txBody>
      </p:sp>
      <p:sp>
        <p:nvSpPr>
          <p:cNvPr id="90" name="Text 88"/>
          <p:cNvSpPr/>
          <p:nvPr/>
        </p:nvSpPr>
        <p:spPr>
          <a:xfrm>
            <a:off x="6455664" y="33832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33</a:t>
            </a:r>
            <a:endParaRPr lang="en-US" sz="850" dirty="0"/>
          </a:p>
        </p:txBody>
      </p:sp>
      <p:sp>
        <p:nvSpPr>
          <p:cNvPr id="91" name="Text 89"/>
          <p:cNvSpPr/>
          <p:nvPr/>
        </p:nvSpPr>
        <p:spPr>
          <a:xfrm>
            <a:off x="3867912" y="35890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B7</a:t>
            </a:r>
            <a:endParaRPr lang="en-US" sz="850" dirty="0"/>
          </a:p>
        </p:txBody>
      </p:sp>
      <p:sp>
        <p:nvSpPr>
          <p:cNvPr id="92" name="Text 90"/>
          <p:cNvSpPr/>
          <p:nvPr/>
        </p:nvSpPr>
        <p:spPr>
          <a:xfrm>
            <a:off x="4453128" y="35890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planner</a:t>
            </a:r>
            <a:endParaRPr lang="en-US" sz="850" dirty="0"/>
          </a:p>
        </p:txBody>
      </p:sp>
      <p:sp>
        <p:nvSpPr>
          <p:cNvPr id="93" name="Text 91"/>
          <p:cNvSpPr/>
          <p:nvPr/>
        </p:nvSpPr>
        <p:spPr>
          <a:xfrm>
            <a:off x="6455664" y="35890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34</a:t>
            </a:r>
            <a:endParaRPr lang="en-US" sz="850" dirty="0"/>
          </a:p>
        </p:txBody>
      </p:sp>
      <p:sp>
        <p:nvSpPr>
          <p:cNvPr id="94" name="Text 92"/>
          <p:cNvSpPr/>
          <p:nvPr/>
        </p:nvSpPr>
        <p:spPr>
          <a:xfrm>
            <a:off x="3867912" y="37947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B8</a:t>
            </a:r>
            <a:endParaRPr lang="en-US" sz="850" dirty="0"/>
          </a:p>
        </p:txBody>
      </p:sp>
      <p:sp>
        <p:nvSpPr>
          <p:cNvPr id="95" name="Text 93"/>
          <p:cNvSpPr/>
          <p:nvPr/>
        </p:nvSpPr>
        <p:spPr>
          <a:xfrm>
            <a:off x="4453128" y="37947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Farm progress</a:t>
            </a:r>
            <a:endParaRPr lang="en-US" sz="850" dirty="0"/>
          </a:p>
        </p:txBody>
      </p:sp>
      <p:sp>
        <p:nvSpPr>
          <p:cNvPr id="96" name="Text 94"/>
          <p:cNvSpPr/>
          <p:nvPr/>
        </p:nvSpPr>
        <p:spPr>
          <a:xfrm>
            <a:off x="6455664" y="37947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35</a:t>
            </a:r>
            <a:endParaRPr lang="en-US" sz="850" dirty="0"/>
          </a:p>
        </p:txBody>
      </p:sp>
      <p:sp>
        <p:nvSpPr>
          <p:cNvPr id="97" name="Text 95"/>
          <p:cNvSpPr/>
          <p:nvPr/>
        </p:nvSpPr>
        <p:spPr>
          <a:xfrm>
            <a:off x="3867912" y="40005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B9</a:t>
            </a:r>
            <a:endParaRPr lang="en-US" sz="850" dirty="0"/>
          </a:p>
        </p:txBody>
      </p:sp>
      <p:sp>
        <p:nvSpPr>
          <p:cNvPr id="98" name="Text 96"/>
          <p:cNvSpPr/>
          <p:nvPr/>
        </p:nvSpPr>
        <p:spPr>
          <a:xfrm>
            <a:off x="4453128" y="40005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Draw my own plots</a:t>
            </a:r>
            <a:endParaRPr lang="en-US" sz="850" dirty="0"/>
          </a:p>
        </p:txBody>
      </p:sp>
      <p:sp>
        <p:nvSpPr>
          <p:cNvPr id="99" name="Text 97"/>
          <p:cNvSpPr/>
          <p:nvPr/>
        </p:nvSpPr>
        <p:spPr>
          <a:xfrm>
            <a:off x="6455664" y="40005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36</a:t>
            </a:r>
            <a:endParaRPr lang="en-US" sz="850" dirty="0"/>
          </a:p>
        </p:txBody>
      </p:sp>
      <p:sp>
        <p:nvSpPr>
          <p:cNvPr id="100" name="Text 98"/>
          <p:cNvSpPr/>
          <p:nvPr/>
        </p:nvSpPr>
        <p:spPr>
          <a:xfrm>
            <a:off x="3867912" y="42062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B10</a:t>
            </a:r>
            <a:endParaRPr lang="en-US" sz="850" dirty="0"/>
          </a:p>
        </p:txBody>
      </p:sp>
      <p:sp>
        <p:nvSpPr>
          <p:cNvPr id="101" name="Text 99"/>
          <p:cNvSpPr/>
          <p:nvPr/>
        </p:nvSpPr>
        <p:spPr>
          <a:xfrm>
            <a:off x="4453128" y="42062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Manage workforce</a:t>
            </a:r>
            <a:endParaRPr lang="en-US" sz="850" dirty="0"/>
          </a:p>
        </p:txBody>
      </p:sp>
      <p:sp>
        <p:nvSpPr>
          <p:cNvPr id="102" name="Text 100"/>
          <p:cNvSpPr/>
          <p:nvPr/>
        </p:nvSpPr>
        <p:spPr>
          <a:xfrm>
            <a:off x="6455664" y="42062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37</a:t>
            </a:r>
            <a:endParaRPr lang="en-US" sz="850" dirty="0"/>
          </a:p>
        </p:txBody>
      </p:sp>
      <p:sp>
        <p:nvSpPr>
          <p:cNvPr id="103" name="Text 101"/>
          <p:cNvSpPr/>
          <p:nvPr/>
        </p:nvSpPr>
        <p:spPr>
          <a:xfrm>
            <a:off x="3867912" y="441198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MAP</a:t>
            </a:r>
            <a:endParaRPr lang="en-US" sz="850" dirty="0"/>
          </a:p>
        </p:txBody>
      </p:sp>
      <p:sp>
        <p:nvSpPr>
          <p:cNvPr id="104" name="Text 102"/>
          <p:cNvSpPr/>
          <p:nvPr/>
        </p:nvSpPr>
        <p:spPr>
          <a:xfrm>
            <a:off x="3867912" y="46177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C1</a:t>
            </a:r>
            <a:endParaRPr lang="en-US" sz="850" dirty="0"/>
          </a:p>
        </p:txBody>
      </p:sp>
      <p:sp>
        <p:nvSpPr>
          <p:cNvPr id="105" name="Text 103"/>
          <p:cNvSpPr/>
          <p:nvPr/>
        </p:nvSpPr>
        <p:spPr>
          <a:xfrm>
            <a:off x="4453128" y="46177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Map</a:t>
            </a:r>
            <a:endParaRPr lang="en-US" sz="850" dirty="0"/>
          </a:p>
        </p:txBody>
      </p:sp>
      <p:sp>
        <p:nvSpPr>
          <p:cNvPr id="106" name="Text 104"/>
          <p:cNvSpPr/>
          <p:nvPr/>
        </p:nvSpPr>
        <p:spPr>
          <a:xfrm>
            <a:off x="6455664" y="46177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39</a:t>
            </a:r>
            <a:endParaRPr lang="en-US" sz="850" dirty="0"/>
          </a:p>
        </p:txBody>
      </p:sp>
      <p:sp>
        <p:nvSpPr>
          <p:cNvPr id="107" name="Text 105"/>
          <p:cNvSpPr/>
          <p:nvPr/>
        </p:nvSpPr>
        <p:spPr>
          <a:xfrm>
            <a:off x="3867912" y="48234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C2</a:t>
            </a:r>
            <a:endParaRPr lang="en-US" sz="850" dirty="0"/>
          </a:p>
        </p:txBody>
      </p:sp>
      <p:sp>
        <p:nvSpPr>
          <p:cNvPr id="108" name="Text 106"/>
          <p:cNvSpPr/>
          <p:nvPr/>
        </p:nvSpPr>
        <p:spPr>
          <a:xfrm>
            <a:off x="4453128" y="48234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Layers</a:t>
            </a:r>
            <a:endParaRPr lang="en-US" sz="850" dirty="0"/>
          </a:p>
        </p:txBody>
      </p:sp>
      <p:sp>
        <p:nvSpPr>
          <p:cNvPr id="109" name="Text 107"/>
          <p:cNvSpPr/>
          <p:nvPr/>
        </p:nvSpPr>
        <p:spPr>
          <a:xfrm>
            <a:off x="6455664" y="48234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40</a:t>
            </a:r>
            <a:endParaRPr lang="en-US" sz="850" dirty="0"/>
          </a:p>
        </p:txBody>
      </p:sp>
      <p:sp>
        <p:nvSpPr>
          <p:cNvPr id="110" name="Text 108"/>
          <p:cNvSpPr/>
          <p:nvPr/>
        </p:nvSpPr>
        <p:spPr>
          <a:xfrm>
            <a:off x="3867912" y="50292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C3</a:t>
            </a:r>
            <a:endParaRPr lang="en-US" sz="850" dirty="0"/>
          </a:p>
        </p:txBody>
      </p:sp>
      <p:sp>
        <p:nvSpPr>
          <p:cNvPr id="111" name="Text 109"/>
          <p:cNvSpPr/>
          <p:nvPr/>
        </p:nvSpPr>
        <p:spPr>
          <a:xfrm>
            <a:off x="4453128" y="50292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Plot sheet</a:t>
            </a:r>
            <a:endParaRPr lang="en-US" sz="850" dirty="0"/>
          </a:p>
        </p:txBody>
      </p:sp>
      <p:sp>
        <p:nvSpPr>
          <p:cNvPr id="112" name="Text 110"/>
          <p:cNvSpPr/>
          <p:nvPr/>
        </p:nvSpPr>
        <p:spPr>
          <a:xfrm>
            <a:off x="6455664" y="50292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41</a:t>
            </a:r>
            <a:endParaRPr lang="en-US" sz="850" dirty="0"/>
          </a:p>
        </p:txBody>
      </p:sp>
      <p:sp>
        <p:nvSpPr>
          <p:cNvPr id="113" name="Text 111"/>
          <p:cNvSpPr/>
          <p:nvPr/>
        </p:nvSpPr>
        <p:spPr>
          <a:xfrm>
            <a:off x="3867912" y="52349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C4</a:t>
            </a:r>
            <a:endParaRPr lang="en-US" sz="850" dirty="0"/>
          </a:p>
        </p:txBody>
      </p:sp>
      <p:sp>
        <p:nvSpPr>
          <p:cNvPr id="114" name="Text 112"/>
          <p:cNvSpPr/>
          <p:nvPr/>
        </p:nvSpPr>
        <p:spPr>
          <a:xfrm>
            <a:off x="4453128" y="52349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Compare dates</a:t>
            </a:r>
            <a:endParaRPr lang="en-US" sz="850" dirty="0"/>
          </a:p>
        </p:txBody>
      </p:sp>
      <p:sp>
        <p:nvSpPr>
          <p:cNvPr id="115" name="Text 113"/>
          <p:cNvSpPr/>
          <p:nvPr/>
        </p:nvSpPr>
        <p:spPr>
          <a:xfrm>
            <a:off x="6455664" y="52349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42</a:t>
            </a:r>
            <a:endParaRPr lang="en-US" sz="850" dirty="0"/>
          </a:p>
        </p:txBody>
      </p:sp>
      <p:sp>
        <p:nvSpPr>
          <p:cNvPr id="116" name="Text 114"/>
          <p:cNvSpPr/>
          <p:nvPr/>
        </p:nvSpPr>
        <p:spPr>
          <a:xfrm>
            <a:off x="3867912" y="54406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C5</a:t>
            </a:r>
            <a:endParaRPr lang="en-US" sz="850" dirty="0"/>
          </a:p>
        </p:txBody>
      </p:sp>
      <p:sp>
        <p:nvSpPr>
          <p:cNvPr id="117" name="Text 115"/>
          <p:cNvSpPr/>
          <p:nvPr/>
        </p:nvSpPr>
        <p:spPr>
          <a:xfrm>
            <a:off x="4453128" y="54406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Boundary editor</a:t>
            </a:r>
            <a:endParaRPr lang="en-US" sz="850" dirty="0"/>
          </a:p>
        </p:txBody>
      </p:sp>
      <p:sp>
        <p:nvSpPr>
          <p:cNvPr id="118" name="Text 116"/>
          <p:cNvSpPr/>
          <p:nvPr/>
        </p:nvSpPr>
        <p:spPr>
          <a:xfrm>
            <a:off x="6455664" y="54406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43</a:t>
            </a:r>
            <a:endParaRPr lang="en-US" sz="850" dirty="0"/>
          </a:p>
        </p:txBody>
      </p:sp>
      <p:sp>
        <p:nvSpPr>
          <p:cNvPr id="119" name="Text 117"/>
          <p:cNvSpPr/>
          <p:nvPr/>
        </p:nvSpPr>
        <p:spPr>
          <a:xfrm>
            <a:off x="7232904" y="132588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ADVICE</a:t>
            </a:r>
            <a:endParaRPr lang="en-US" sz="850" dirty="0"/>
          </a:p>
        </p:txBody>
      </p:sp>
      <p:sp>
        <p:nvSpPr>
          <p:cNvPr id="120" name="Text 118"/>
          <p:cNvSpPr/>
          <p:nvPr/>
        </p:nvSpPr>
        <p:spPr>
          <a:xfrm>
            <a:off x="7232904" y="15316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D1</a:t>
            </a:r>
            <a:endParaRPr lang="en-US" sz="850" dirty="0"/>
          </a:p>
        </p:txBody>
      </p:sp>
      <p:sp>
        <p:nvSpPr>
          <p:cNvPr id="121" name="Text 119"/>
          <p:cNvSpPr/>
          <p:nvPr/>
        </p:nvSpPr>
        <p:spPr>
          <a:xfrm>
            <a:off x="7818120" y="15316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Advice inbox</a:t>
            </a:r>
            <a:endParaRPr lang="en-US" sz="850" dirty="0"/>
          </a:p>
        </p:txBody>
      </p:sp>
      <p:sp>
        <p:nvSpPr>
          <p:cNvPr id="122" name="Text 120"/>
          <p:cNvSpPr/>
          <p:nvPr/>
        </p:nvSpPr>
        <p:spPr>
          <a:xfrm>
            <a:off x="9820656" y="15316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45</a:t>
            </a:r>
            <a:endParaRPr lang="en-US" sz="850" dirty="0"/>
          </a:p>
        </p:txBody>
      </p:sp>
      <p:sp>
        <p:nvSpPr>
          <p:cNvPr id="123" name="Text 121"/>
          <p:cNvSpPr/>
          <p:nvPr/>
        </p:nvSpPr>
        <p:spPr>
          <a:xfrm>
            <a:off x="7232904" y="17373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D2</a:t>
            </a:r>
            <a:endParaRPr lang="en-US" sz="850" dirty="0"/>
          </a:p>
        </p:txBody>
      </p:sp>
      <p:sp>
        <p:nvSpPr>
          <p:cNvPr id="124" name="Text 122"/>
          <p:cNvSpPr/>
          <p:nvPr/>
        </p:nvSpPr>
        <p:spPr>
          <a:xfrm>
            <a:off x="7818120" y="17373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Irrigation advice</a:t>
            </a:r>
            <a:endParaRPr lang="en-US" sz="850" dirty="0"/>
          </a:p>
        </p:txBody>
      </p:sp>
      <p:sp>
        <p:nvSpPr>
          <p:cNvPr id="125" name="Text 123"/>
          <p:cNvSpPr/>
          <p:nvPr/>
        </p:nvSpPr>
        <p:spPr>
          <a:xfrm>
            <a:off x="9820656" y="17373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46</a:t>
            </a:r>
            <a:endParaRPr lang="en-US" sz="850" dirty="0"/>
          </a:p>
        </p:txBody>
      </p:sp>
      <p:sp>
        <p:nvSpPr>
          <p:cNvPr id="126" name="Text 124"/>
          <p:cNvSpPr/>
          <p:nvPr/>
        </p:nvSpPr>
        <p:spPr>
          <a:xfrm>
            <a:off x="7232904" y="19431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D3</a:t>
            </a:r>
            <a:endParaRPr lang="en-US" sz="850" dirty="0"/>
          </a:p>
        </p:txBody>
      </p:sp>
      <p:sp>
        <p:nvSpPr>
          <p:cNvPr id="127" name="Text 125"/>
          <p:cNvSpPr/>
          <p:nvPr/>
        </p:nvSpPr>
        <p:spPr>
          <a:xfrm>
            <a:off x="7818120" y="19431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Fertilisation advice</a:t>
            </a:r>
            <a:endParaRPr lang="en-US" sz="850" dirty="0"/>
          </a:p>
        </p:txBody>
      </p:sp>
      <p:sp>
        <p:nvSpPr>
          <p:cNvPr id="128" name="Text 126"/>
          <p:cNvSpPr/>
          <p:nvPr/>
        </p:nvSpPr>
        <p:spPr>
          <a:xfrm>
            <a:off x="9820656" y="19431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47</a:t>
            </a:r>
            <a:endParaRPr lang="en-US" sz="850" dirty="0"/>
          </a:p>
        </p:txBody>
      </p:sp>
      <p:sp>
        <p:nvSpPr>
          <p:cNvPr id="129" name="Text 127"/>
          <p:cNvSpPr/>
          <p:nvPr/>
        </p:nvSpPr>
        <p:spPr>
          <a:xfrm>
            <a:off x="7232904" y="21488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D4</a:t>
            </a:r>
            <a:endParaRPr lang="en-US" sz="850" dirty="0"/>
          </a:p>
        </p:txBody>
      </p:sp>
      <p:sp>
        <p:nvSpPr>
          <p:cNvPr id="130" name="Text 128"/>
          <p:cNvSpPr/>
          <p:nvPr/>
        </p:nvSpPr>
        <p:spPr>
          <a:xfrm>
            <a:off x="7818120" y="21488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protection advice</a:t>
            </a:r>
            <a:endParaRPr lang="en-US" sz="850" dirty="0"/>
          </a:p>
        </p:txBody>
      </p:sp>
      <p:sp>
        <p:nvSpPr>
          <p:cNvPr id="131" name="Text 129"/>
          <p:cNvSpPr/>
          <p:nvPr/>
        </p:nvSpPr>
        <p:spPr>
          <a:xfrm>
            <a:off x="9820656" y="21488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48</a:t>
            </a:r>
            <a:endParaRPr lang="en-US" sz="850" dirty="0"/>
          </a:p>
        </p:txBody>
      </p:sp>
      <p:sp>
        <p:nvSpPr>
          <p:cNvPr id="132" name="Text 130"/>
          <p:cNvSpPr/>
          <p:nvPr/>
        </p:nvSpPr>
        <p:spPr>
          <a:xfrm>
            <a:off x="7232904" y="23545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D5</a:t>
            </a:r>
            <a:endParaRPr lang="en-US" sz="850" dirty="0"/>
          </a:p>
        </p:txBody>
      </p:sp>
      <p:sp>
        <p:nvSpPr>
          <p:cNvPr id="133" name="Text 131"/>
          <p:cNvSpPr/>
          <p:nvPr/>
        </p:nvSpPr>
        <p:spPr>
          <a:xfrm>
            <a:off x="7818120" y="23545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Check a photo</a:t>
            </a:r>
            <a:endParaRPr lang="en-US" sz="850" dirty="0"/>
          </a:p>
        </p:txBody>
      </p:sp>
      <p:sp>
        <p:nvSpPr>
          <p:cNvPr id="134" name="Text 132"/>
          <p:cNvSpPr/>
          <p:nvPr/>
        </p:nvSpPr>
        <p:spPr>
          <a:xfrm>
            <a:off x="9820656" y="23545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49</a:t>
            </a:r>
            <a:endParaRPr lang="en-US" sz="850" dirty="0"/>
          </a:p>
        </p:txBody>
      </p:sp>
      <p:sp>
        <p:nvSpPr>
          <p:cNvPr id="135" name="Text 133"/>
          <p:cNvSpPr/>
          <p:nvPr/>
        </p:nvSpPr>
        <p:spPr>
          <a:xfrm>
            <a:off x="7232904" y="25603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D6</a:t>
            </a:r>
            <a:endParaRPr lang="en-US" sz="850" dirty="0"/>
          </a:p>
        </p:txBody>
      </p:sp>
      <p:sp>
        <p:nvSpPr>
          <p:cNvPr id="136" name="Text 134"/>
          <p:cNvSpPr/>
          <p:nvPr/>
        </p:nvSpPr>
        <p:spPr>
          <a:xfrm>
            <a:off x="7818120" y="25603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Photo result</a:t>
            </a:r>
            <a:endParaRPr lang="en-US" sz="850" dirty="0"/>
          </a:p>
        </p:txBody>
      </p:sp>
      <p:sp>
        <p:nvSpPr>
          <p:cNvPr id="137" name="Text 135"/>
          <p:cNvSpPr/>
          <p:nvPr/>
        </p:nvSpPr>
        <p:spPr>
          <a:xfrm>
            <a:off x="9820656" y="25603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50</a:t>
            </a:r>
            <a:endParaRPr lang="en-US" sz="850" dirty="0"/>
          </a:p>
        </p:txBody>
      </p:sp>
      <p:sp>
        <p:nvSpPr>
          <p:cNvPr id="138" name="Text 136"/>
          <p:cNvSpPr/>
          <p:nvPr/>
        </p:nvSpPr>
        <p:spPr>
          <a:xfrm>
            <a:off x="7232904" y="276606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MORE</a:t>
            </a:r>
            <a:endParaRPr lang="en-US" sz="850" dirty="0"/>
          </a:p>
        </p:txBody>
      </p:sp>
      <p:sp>
        <p:nvSpPr>
          <p:cNvPr id="139" name="Text 137"/>
          <p:cNvSpPr/>
          <p:nvPr/>
        </p:nvSpPr>
        <p:spPr>
          <a:xfrm>
            <a:off x="7232904" y="29718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a:t>
            </a:r>
            <a:endParaRPr lang="en-US" sz="850" dirty="0"/>
          </a:p>
        </p:txBody>
      </p:sp>
      <p:sp>
        <p:nvSpPr>
          <p:cNvPr id="140" name="Text 138"/>
          <p:cNvSpPr/>
          <p:nvPr/>
        </p:nvSpPr>
        <p:spPr>
          <a:xfrm>
            <a:off x="7818120" y="29718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More</a:t>
            </a:r>
            <a:endParaRPr lang="en-US" sz="850" dirty="0"/>
          </a:p>
        </p:txBody>
      </p:sp>
      <p:sp>
        <p:nvSpPr>
          <p:cNvPr id="141" name="Text 139"/>
          <p:cNvSpPr/>
          <p:nvPr/>
        </p:nvSpPr>
        <p:spPr>
          <a:xfrm>
            <a:off x="9820656" y="29718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52</a:t>
            </a:r>
            <a:endParaRPr lang="en-US" sz="850" dirty="0"/>
          </a:p>
        </p:txBody>
      </p:sp>
      <p:sp>
        <p:nvSpPr>
          <p:cNvPr id="142" name="Text 140"/>
          <p:cNvSpPr/>
          <p:nvPr/>
        </p:nvSpPr>
        <p:spPr>
          <a:xfrm>
            <a:off x="7232904" y="31775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F2</a:t>
            </a:r>
            <a:endParaRPr lang="en-US" sz="850" dirty="0"/>
          </a:p>
        </p:txBody>
      </p:sp>
      <p:sp>
        <p:nvSpPr>
          <p:cNvPr id="143" name="Text 141"/>
          <p:cNvSpPr/>
          <p:nvPr/>
        </p:nvSpPr>
        <p:spPr>
          <a:xfrm>
            <a:off x="7818120" y="31775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My profile</a:t>
            </a:r>
            <a:endParaRPr lang="en-US" sz="850" dirty="0"/>
          </a:p>
        </p:txBody>
      </p:sp>
      <p:sp>
        <p:nvSpPr>
          <p:cNvPr id="144" name="Text 142"/>
          <p:cNvSpPr/>
          <p:nvPr/>
        </p:nvSpPr>
        <p:spPr>
          <a:xfrm>
            <a:off x="9820656" y="31775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53</a:t>
            </a:r>
            <a:endParaRPr lang="en-US" sz="850" dirty="0"/>
          </a:p>
        </p:txBody>
      </p:sp>
      <p:sp>
        <p:nvSpPr>
          <p:cNvPr id="145" name="Text 143"/>
          <p:cNvSpPr/>
          <p:nvPr/>
        </p:nvSpPr>
        <p:spPr>
          <a:xfrm>
            <a:off x="7232904" y="33832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F3</a:t>
            </a:r>
            <a:endParaRPr lang="en-US" sz="850" dirty="0"/>
          </a:p>
        </p:txBody>
      </p:sp>
      <p:sp>
        <p:nvSpPr>
          <p:cNvPr id="146" name="Text 144"/>
          <p:cNvSpPr/>
          <p:nvPr/>
        </p:nvSpPr>
        <p:spPr>
          <a:xfrm>
            <a:off x="7818120" y="33832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Reports</a:t>
            </a:r>
            <a:endParaRPr lang="en-US" sz="850" dirty="0"/>
          </a:p>
        </p:txBody>
      </p:sp>
      <p:sp>
        <p:nvSpPr>
          <p:cNvPr id="147" name="Text 145"/>
          <p:cNvSpPr/>
          <p:nvPr/>
        </p:nvSpPr>
        <p:spPr>
          <a:xfrm>
            <a:off x="9820656" y="33832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54</a:t>
            </a:r>
            <a:endParaRPr lang="en-US" sz="850" dirty="0"/>
          </a:p>
        </p:txBody>
      </p:sp>
      <p:sp>
        <p:nvSpPr>
          <p:cNvPr id="148" name="Text 146"/>
          <p:cNvSpPr/>
          <p:nvPr/>
        </p:nvSpPr>
        <p:spPr>
          <a:xfrm>
            <a:off x="7232904" y="35890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F4</a:t>
            </a:r>
            <a:endParaRPr lang="en-US" sz="850" dirty="0"/>
          </a:p>
        </p:txBody>
      </p:sp>
      <p:sp>
        <p:nvSpPr>
          <p:cNvPr id="149" name="Text 147"/>
          <p:cNvSpPr/>
          <p:nvPr/>
        </p:nvSpPr>
        <p:spPr>
          <a:xfrm>
            <a:off x="7818120" y="35890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Weather</a:t>
            </a:r>
            <a:endParaRPr lang="en-US" sz="850" dirty="0"/>
          </a:p>
        </p:txBody>
      </p:sp>
      <p:sp>
        <p:nvSpPr>
          <p:cNvPr id="150" name="Text 148"/>
          <p:cNvSpPr/>
          <p:nvPr/>
        </p:nvSpPr>
        <p:spPr>
          <a:xfrm>
            <a:off x="9820656" y="35890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55</a:t>
            </a:r>
            <a:endParaRPr lang="en-US" sz="850" dirty="0"/>
          </a:p>
        </p:txBody>
      </p:sp>
      <p:sp>
        <p:nvSpPr>
          <p:cNvPr id="151" name="Text 149"/>
          <p:cNvSpPr/>
          <p:nvPr/>
        </p:nvSpPr>
        <p:spPr>
          <a:xfrm>
            <a:off x="7232904" y="37947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F5</a:t>
            </a:r>
            <a:endParaRPr lang="en-US" sz="850" dirty="0"/>
          </a:p>
        </p:txBody>
      </p:sp>
      <p:sp>
        <p:nvSpPr>
          <p:cNvPr id="152" name="Text 150"/>
          <p:cNvSpPr/>
          <p:nvPr/>
        </p:nvSpPr>
        <p:spPr>
          <a:xfrm>
            <a:off x="7818120" y="37947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Subscription info for existing users</a:t>
            </a:r>
            <a:endParaRPr lang="en-US" sz="850" dirty="0"/>
          </a:p>
        </p:txBody>
      </p:sp>
      <p:sp>
        <p:nvSpPr>
          <p:cNvPr id="153" name="Text 151"/>
          <p:cNvSpPr/>
          <p:nvPr/>
        </p:nvSpPr>
        <p:spPr>
          <a:xfrm>
            <a:off x="9820656" y="37947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56</a:t>
            </a:r>
            <a:endParaRPr lang="en-US" sz="850" dirty="0"/>
          </a:p>
        </p:txBody>
      </p:sp>
      <p:sp>
        <p:nvSpPr>
          <p:cNvPr id="154" name="Text 152"/>
          <p:cNvSpPr/>
          <p:nvPr/>
        </p:nvSpPr>
        <p:spPr>
          <a:xfrm>
            <a:off x="7232904" y="40005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F6</a:t>
            </a:r>
            <a:endParaRPr lang="en-US" sz="850" dirty="0"/>
          </a:p>
        </p:txBody>
      </p:sp>
      <p:sp>
        <p:nvSpPr>
          <p:cNvPr id="155" name="Text 153"/>
          <p:cNvSpPr/>
          <p:nvPr/>
        </p:nvSpPr>
        <p:spPr>
          <a:xfrm>
            <a:off x="7818120" y="40005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Compare plans</a:t>
            </a:r>
            <a:endParaRPr lang="en-US" sz="850" dirty="0"/>
          </a:p>
        </p:txBody>
      </p:sp>
      <p:sp>
        <p:nvSpPr>
          <p:cNvPr id="156" name="Text 154"/>
          <p:cNvSpPr/>
          <p:nvPr/>
        </p:nvSpPr>
        <p:spPr>
          <a:xfrm>
            <a:off x="9820656" y="40005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57</a:t>
            </a:r>
            <a:endParaRPr lang="en-US" sz="850" dirty="0"/>
          </a:p>
        </p:txBody>
      </p:sp>
      <p:sp>
        <p:nvSpPr>
          <p:cNvPr id="157" name="Text 155"/>
          <p:cNvSpPr/>
          <p:nvPr/>
        </p:nvSpPr>
        <p:spPr>
          <a:xfrm>
            <a:off x="7232904" y="42062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F7</a:t>
            </a:r>
            <a:endParaRPr lang="en-US" sz="850" dirty="0"/>
          </a:p>
        </p:txBody>
      </p:sp>
      <p:sp>
        <p:nvSpPr>
          <p:cNvPr id="158" name="Text 156"/>
          <p:cNvSpPr/>
          <p:nvPr/>
        </p:nvSpPr>
        <p:spPr>
          <a:xfrm>
            <a:off x="7818120" y="42062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Settings</a:t>
            </a:r>
            <a:endParaRPr lang="en-US" sz="850" dirty="0"/>
          </a:p>
        </p:txBody>
      </p:sp>
      <p:sp>
        <p:nvSpPr>
          <p:cNvPr id="159" name="Text 157"/>
          <p:cNvSpPr/>
          <p:nvPr/>
        </p:nvSpPr>
        <p:spPr>
          <a:xfrm>
            <a:off x="9820656" y="42062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58</a:t>
            </a:r>
            <a:endParaRPr lang="en-US" sz="850" dirty="0"/>
          </a:p>
        </p:txBody>
      </p:sp>
      <p:sp>
        <p:nvSpPr>
          <p:cNvPr id="160" name="Text 158"/>
          <p:cNvSpPr/>
          <p:nvPr/>
        </p:nvSpPr>
        <p:spPr>
          <a:xfrm>
            <a:off x="7232904" y="44119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F8</a:t>
            </a:r>
            <a:endParaRPr lang="en-US" sz="850" dirty="0"/>
          </a:p>
        </p:txBody>
      </p:sp>
      <p:sp>
        <p:nvSpPr>
          <p:cNvPr id="161" name="Text 159"/>
          <p:cNvSpPr/>
          <p:nvPr/>
        </p:nvSpPr>
        <p:spPr>
          <a:xfrm>
            <a:off x="7818120" y="44119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Units and formats</a:t>
            </a:r>
            <a:endParaRPr lang="en-US" sz="850" dirty="0"/>
          </a:p>
        </p:txBody>
      </p:sp>
      <p:sp>
        <p:nvSpPr>
          <p:cNvPr id="162" name="Text 160"/>
          <p:cNvSpPr/>
          <p:nvPr/>
        </p:nvSpPr>
        <p:spPr>
          <a:xfrm>
            <a:off x="9820656" y="44119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59</a:t>
            </a:r>
            <a:endParaRPr lang="en-US" sz="850" dirty="0"/>
          </a:p>
        </p:txBody>
      </p:sp>
      <p:sp>
        <p:nvSpPr>
          <p:cNvPr id="163" name="Text 161"/>
          <p:cNvSpPr/>
          <p:nvPr/>
        </p:nvSpPr>
        <p:spPr>
          <a:xfrm>
            <a:off x="7232904" y="46177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F9</a:t>
            </a:r>
            <a:endParaRPr lang="en-US" sz="850" dirty="0"/>
          </a:p>
        </p:txBody>
      </p:sp>
      <p:sp>
        <p:nvSpPr>
          <p:cNvPr id="164" name="Text 162"/>
          <p:cNvSpPr/>
          <p:nvPr/>
        </p:nvSpPr>
        <p:spPr>
          <a:xfrm>
            <a:off x="7818120" y="46177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Advice distribution</a:t>
            </a:r>
            <a:endParaRPr lang="en-US" sz="850" dirty="0"/>
          </a:p>
        </p:txBody>
      </p:sp>
      <p:sp>
        <p:nvSpPr>
          <p:cNvPr id="165" name="Text 163"/>
          <p:cNvSpPr/>
          <p:nvPr/>
        </p:nvSpPr>
        <p:spPr>
          <a:xfrm>
            <a:off x="9820656" y="46177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60</a:t>
            </a:r>
            <a:endParaRPr lang="en-US" sz="850" dirty="0"/>
          </a:p>
        </p:txBody>
      </p:sp>
      <p:sp>
        <p:nvSpPr>
          <p:cNvPr id="166" name="Text 164"/>
          <p:cNvSpPr/>
          <p:nvPr/>
        </p:nvSpPr>
        <p:spPr>
          <a:xfrm>
            <a:off x="7232904" y="48234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F10</a:t>
            </a:r>
            <a:endParaRPr lang="en-US" sz="850" dirty="0"/>
          </a:p>
        </p:txBody>
      </p:sp>
      <p:sp>
        <p:nvSpPr>
          <p:cNvPr id="167" name="Text 165"/>
          <p:cNvSpPr/>
          <p:nvPr/>
        </p:nvSpPr>
        <p:spPr>
          <a:xfrm>
            <a:off x="7818120" y="48234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Data and storage</a:t>
            </a:r>
            <a:endParaRPr lang="en-US" sz="850" dirty="0"/>
          </a:p>
        </p:txBody>
      </p:sp>
      <p:sp>
        <p:nvSpPr>
          <p:cNvPr id="168" name="Text 166"/>
          <p:cNvSpPr/>
          <p:nvPr/>
        </p:nvSpPr>
        <p:spPr>
          <a:xfrm>
            <a:off x="9820656" y="48234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61</a:t>
            </a:r>
            <a:endParaRPr lang="en-US" sz="850" dirty="0"/>
          </a:p>
        </p:txBody>
      </p:sp>
      <p:sp>
        <p:nvSpPr>
          <p:cNvPr id="169" name="Text 167"/>
          <p:cNvSpPr/>
          <p:nvPr/>
        </p:nvSpPr>
        <p:spPr>
          <a:xfrm>
            <a:off x="7232904" y="50292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F11</a:t>
            </a:r>
            <a:endParaRPr lang="en-US" sz="850" dirty="0"/>
          </a:p>
        </p:txBody>
      </p:sp>
      <p:sp>
        <p:nvSpPr>
          <p:cNvPr id="170" name="Text 168"/>
          <p:cNvSpPr/>
          <p:nvPr/>
        </p:nvSpPr>
        <p:spPr>
          <a:xfrm>
            <a:off x="7818120" y="50292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Activity log</a:t>
            </a:r>
            <a:endParaRPr lang="en-US" sz="850" dirty="0"/>
          </a:p>
        </p:txBody>
      </p:sp>
      <p:sp>
        <p:nvSpPr>
          <p:cNvPr id="171" name="Text 169"/>
          <p:cNvSpPr/>
          <p:nvPr/>
        </p:nvSpPr>
        <p:spPr>
          <a:xfrm>
            <a:off x="9820656" y="50292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62</a:t>
            </a:r>
            <a:endParaRPr lang="en-US" sz="850" dirty="0"/>
          </a:p>
        </p:txBody>
      </p:sp>
      <p:sp>
        <p:nvSpPr>
          <p:cNvPr id="172" name="Text 170"/>
          <p:cNvSpPr/>
          <p:nvPr/>
        </p:nvSpPr>
        <p:spPr>
          <a:xfrm>
            <a:off x="7232904" y="52349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F12</a:t>
            </a:r>
            <a:endParaRPr lang="en-US" sz="850" dirty="0"/>
          </a:p>
        </p:txBody>
      </p:sp>
      <p:sp>
        <p:nvSpPr>
          <p:cNvPr id="173" name="Text 171"/>
          <p:cNvSpPr/>
          <p:nvPr/>
        </p:nvSpPr>
        <p:spPr>
          <a:xfrm>
            <a:off x="7818120" y="52349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Help and user guide</a:t>
            </a:r>
            <a:endParaRPr lang="en-US" sz="850" dirty="0"/>
          </a:p>
        </p:txBody>
      </p:sp>
      <p:sp>
        <p:nvSpPr>
          <p:cNvPr id="174" name="Text 172"/>
          <p:cNvSpPr/>
          <p:nvPr/>
        </p:nvSpPr>
        <p:spPr>
          <a:xfrm>
            <a:off x="9820656" y="52349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63</a:t>
            </a:r>
            <a:endParaRPr lang="en-US" sz="850" dirty="0"/>
          </a:p>
        </p:txBody>
      </p:sp>
      <p:sp>
        <p:nvSpPr>
          <p:cNvPr id="175" name="Text 173"/>
          <p:cNvSpPr/>
          <p:nvPr/>
        </p:nvSpPr>
        <p:spPr>
          <a:xfrm>
            <a:off x="7232904" y="54406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F13</a:t>
            </a:r>
            <a:endParaRPr lang="en-US" sz="850" dirty="0"/>
          </a:p>
        </p:txBody>
      </p:sp>
      <p:sp>
        <p:nvSpPr>
          <p:cNvPr id="176" name="Text 174"/>
          <p:cNvSpPr/>
          <p:nvPr/>
        </p:nvSpPr>
        <p:spPr>
          <a:xfrm>
            <a:off x="7818120" y="54406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guide</a:t>
            </a:r>
            <a:endParaRPr lang="en-US" sz="850" dirty="0"/>
          </a:p>
        </p:txBody>
      </p:sp>
      <p:sp>
        <p:nvSpPr>
          <p:cNvPr id="177" name="Text 175"/>
          <p:cNvSpPr/>
          <p:nvPr/>
        </p:nvSpPr>
        <p:spPr>
          <a:xfrm>
            <a:off x="9820656" y="54406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64</a:t>
            </a:r>
            <a:endParaRPr lang="en-US" sz="850" dirty="0"/>
          </a:p>
        </p:txBody>
      </p:sp>
      <p:sp>
        <p:nvSpPr>
          <p:cNvPr id="178" name="Text 176"/>
          <p:cNvSpPr/>
          <p:nvPr/>
        </p:nvSpPr>
        <p:spPr>
          <a:xfrm>
            <a:off x="7232904" y="56464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F14</a:t>
            </a:r>
            <a:endParaRPr lang="en-US" sz="850" dirty="0"/>
          </a:p>
        </p:txBody>
      </p:sp>
      <p:sp>
        <p:nvSpPr>
          <p:cNvPr id="179" name="Text 177"/>
          <p:cNvSpPr/>
          <p:nvPr/>
        </p:nvSpPr>
        <p:spPr>
          <a:xfrm>
            <a:off x="7818120" y="56464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One crop</a:t>
            </a:r>
            <a:endParaRPr lang="en-US" sz="850" dirty="0"/>
          </a:p>
        </p:txBody>
      </p:sp>
      <p:sp>
        <p:nvSpPr>
          <p:cNvPr id="180" name="Text 178"/>
          <p:cNvSpPr/>
          <p:nvPr/>
        </p:nvSpPr>
        <p:spPr>
          <a:xfrm>
            <a:off x="9820656" y="56464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65</a:t>
            </a:r>
            <a:endParaRPr lang="en-US" sz="850" dirty="0"/>
          </a:p>
        </p:txBody>
      </p:sp>
      <p:sp>
        <p:nvSpPr>
          <p:cNvPr id="181" name="Text 179"/>
          <p:cNvSpPr/>
          <p:nvPr/>
        </p:nvSpPr>
        <p:spPr>
          <a:xfrm>
            <a:off x="7232904" y="58521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F15</a:t>
            </a:r>
            <a:endParaRPr lang="en-US" sz="850" dirty="0"/>
          </a:p>
        </p:txBody>
      </p:sp>
      <p:sp>
        <p:nvSpPr>
          <p:cNvPr id="182" name="Text 180"/>
          <p:cNvSpPr/>
          <p:nvPr/>
        </p:nvSpPr>
        <p:spPr>
          <a:xfrm>
            <a:off x="7818120" y="58521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Pests and diseases</a:t>
            </a:r>
            <a:endParaRPr lang="en-US" sz="850" dirty="0"/>
          </a:p>
        </p:txBody>
      </p:sp>
      <p:sp>
        <p:nvSpPr>
          <p:cNvPr id="183" name="Text 181"/>
          <p:cNvSpPr/>
          <p:nvPr/>
        </p:nvSpPr>
        <p:spPr>
          <a:xfrm>
            <a:off x="9820656" y="58521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66</a:t>
            </a:r>
            <a:endParaRPr lang="en-US" sz="850" dirty="0"/>
          </a:p>
        </p:txBody>
      </p:sp>
      <p:sp>
        <p:nvSpPr>
          <p:cNvPr id="184" name="Text 182"/>
          <p:cNvSpPr/>
          <p:nvPr/>
        </p:nvSpPr>
        <p:spPr>
          <a:xfrm>
            <a:off x="7232904" y="60579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F16</a:t>
            </a:r>
            <a:endParaRPr lang="en-US" sz="850" dirty="0"/>
          </a:p>
        </p:txBody>
      </p:sp>
      <p:sp>
        <p:nvSpPr>
          <p:cNvPr id="185" name="Text 183"/>
          <p:cNvSpPr/>
          <p:nvPr/>
        </p:nvSpPr>
        <p:spPr>
          <a:xfrm>
            <a:off x="7818120" y="60579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One pest or disease</a:t>
            </a:r>
            <a:endParaRPr lang="en-US" sz="850" dirty="0"/>
          </a:p>
        </p:txBody>
      </p:sp>
      <p:sp>
        <p:nvSpPr>
          <p:cNvPr id="186" name="Text 184"/>
          <p:cNvSpPr/>
          <p:nvPr/>
        </p:nvSpPr>
        <p:spPr>
          <a:xfrm>
            <a:off x="9820656" y="60579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67</a:t>
            </a:r>
            <a:endParaRPr lang="en-US" sz="850" dirty="0"/>
          </a:p>
        </p:txBody>
      </p:sp>
      <p:sp>
        <p:nvSpPr>
          <p:cNvPr id="187" name="Text 185"/>
          <p:cNvSpPr/>
          <p:nvPr/>
        </p:nvSpPr>
        <p:spPr>
          <a:xfrm>
            <a:off x="7232904" y="62636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F17</a:t>
            </a:r>
            <a:endParaRPr lang="en-US" sz="850" dirty="0"/>
          </a:p>
        </p:txBody>
      </p:sp>
      <p:sp>
        <p:nvSpPr>
          <p:cNvPr id="188" name="Text 186"/>
          <p:cNvSpPr/>
          <p:nvPr/>
        </p:nvSpPr>
        <p:spPr>
          <a:xfrm>
            <a:off x="7818120" y="62636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Contact Wafra</a:t>
            </a:r>
            <a:endParaRPr lang="en-US" sz="850" dirty="0"/>
          </a:p>
        </p:txBody>
      </p:sp>
      <p:sp>
        <p:nvSpPr>
          <p:cNvPr id="189" name="Text 187"/>
          <p:cNvSpPr/>
          <p:nvPr/>
        </p:nvSpPr>
        <p:spPr>
          <a:xfrm>
            <a:off x="9820656" y="62636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68</a:t>
            </a:r>
            <a:endParaRPr lang="en-US" sz="850" dirty="0"/>
          </a:p>
        </p:txBody>
      </p:sp>
      <p:sp>
        <p:nvSpPr>
          <p:cNvPr id="190" name="Text 188"/>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191" name="Text 189"/>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1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First run</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19 screens  ·  A1 · A2 · A3 · A4 · A5 · A6 · A7 · A8 · A9 · A10 · A11 · A12 · A13 · A14 · A15 · A16 · A17 · A18 · A19</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v1.7.2</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Welcome</a:t>
            </a:r>
            <a:endParaRPr lang="en-US" sz="2600" dirty="0"/>
          </a:p>
        </p:txBody>
      </p:sp>
      <p:pic>
        <p:nvPicPr>
          <p:cNvPr id="4" name="Image 0" descr="/home/user/white-label-mockup/.screendeck/A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7" name="Text 41"/>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8" name="Text 42"/>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9" name="Text 43"/>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Next</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A3 Guided tour — 1 of 5</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6)</a:t>
            </a:r>
            <a:endParaRPr lang="en-US" sz="800" dirty="0"/>
          </a:p>
        </p:txBody>
      </p:sp>
      <p:sp>
        <p:nvSpPr>
          <p:cNvPr id="60" name="Text 4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61" name="Text 4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Choose your language</a:t>
            </a:r>
            <a:endParaRPr lang="en-US" sz="2600" dirty="0"/>
          </a:p>
        </p:txBody>
      </p:sp>
      <p:pic>
        <p:nvPicPr>
          <p:cNvPr id="4" name="Image 0" descr="/home/user/white-label-mockup/.screendeck/A2.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57" name="Text 4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1 of 5</a:t>
            </a:r>
            <a:endParaRPr lang="en-US" sz="2600" dirty="0"/>
          </a:p>
        </p:txBody>
      </p:sp>
      <p:pic>
        <p:nvPicPr>
          <p:cNvPr id="4" name="Image 0" descr="/home/user/white-label-mockup/.screendeck/A3.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57" name="Text 4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2 of 5</a:t>
            </a:r>
            <a:endParaRPr lang="en-US" sz="2600" dirty="0"/>
          </a:p>
        </p:txBody>
      </p:sp>
      <p:pic>
        <p:nvPicPr>
          <p:cNvPr id="4" name="Image 0" descr="/home/user/white-label-mockup/.screendeck/A4.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3 of 5</a:t>
            </a:r>
            <a:endParaRPr lang="en-US" sz="2600" dirty="0"/>
          </a:p>
        </p:txBody>
      </p:sp>
      <p:pic>
        <p:nvPicPr>
          <p:cNvPr id="4" name="Image 0" descr="/home/user/white-label-mockup/.screendeck/A5.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4 of 5</a:t>
            </a:r>
            <a:endParaRPr lang="en-US" sz="2600" dirty="0"/>
          </a:p>
        </p:txBody>
      </p:sp>
      <p:pic>
        <p:nvPicPr>
          <p:cNvPr id="4" name="Image 0" descr="/home/user/white-label-mockup/.screendeck/A6.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5 of 5</a:t>
            </a:r>
            <a:endParaRPr lang="en-US" sz="2600" dirty="0"/>
          </a:p>
        </p:txBody>
      </p:sp>
      <p:pic>
        <p:nvPicPr>
          <p:cNvPr id="4" name="Image 0" descr="/home/user/white-label-mockup/.screendeck/A7.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Sign up</a:t>
            </a:r>
            <a:endParaRPr lang="en-US" sz="2600" dirty="0"/>
          </a:p>
        </p:txBody>
      </p:sp>
      <p:pic>
        <p:nvPicPr>
          <p:cNvPr id="4" name="Image 0" descr="/home/user/white-label-mockup/.screendeck/A8.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80% of this screen is shown above</a:t>
            </a:r>
            <a:endParaRPr lang="en-US" sz="800" dirty="0"/>
          </a:p>
        </p:txBody>
      </p:sp>
      <p:pic>
        <p:nvPicPr>
          <p:cNvPr id="6"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A8-thumb.png">    </p:cNvPr>
          <p:cNvPicPr>
            <a:picLocks noChangeAspect="1"/>
          </p:cNvPicPr>
          <p:nvPr/>
        </p:nvPicPr>
        <p:blipFill>
          <a:blip r:embed="rId5"/>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A8</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Sign up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9" name="Text 20"/>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0"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1" name="Text 21"/>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2" name="Text 22"/>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3" name="Text 23"/>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4"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5" name="Text 24"/>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6" name="Text 25"/>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7" name="Text 26"/>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8"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9" name="Text 27"/>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40" name="Text 28"/>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1" name="Text 29"/>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2"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3" name="Text 30"/>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4" name="Text 31"/>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5" name="Text 32"/>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6"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7" name="Text 33"/>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8" name="Text 34"/>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9" name="Text 35"/>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0"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1" name="Text 36"/>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2" name="Text 37"/>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3" name="Text 38"/>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4"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5" name="Text 39"/>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6" name="Text 40"/>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7" name="Shape 41"/>
          <p:cNvSpPr/>
          <p:nvPr/>
        </p:nvSpPr>
        <p:spPr>
          <a:xfrm>
            <a:off x="7123176" y="6099048"/>
            <a:ext cx="3063240" cy="667512"/>
          </a:xfrm>
          <a:prstGeom prst="rect">
            <a:avLst/>
          </a:prstGeom>
          <a:solidFill>
            <a:srgbClr val="F2F7F4"/>
          </a:solidFill>
          <a:ln w="12700">
            <a:solidFill>
              <a:srgbClr val="A9C6B6"/>
            </a:solidFill>
            <a:prstDash val="solid"/>
          </a:ln>
        </p:spPr>
      </p:sp>
      <p:sp>
        <p:nvSpPr>
          <p:cNvPr id="58" name="Text 42"/>
          <p:cNvSpPr/>
          <p:nvPr/>
        </p:nvSpPr>
        <p:spPr>
          <a:xfrm>
            <a:off x="7269480" y="6227064"/>
            <a:ext cx="2770632" cy="429768"/>
          </a:xfrm>
          <a:prstGeom prst="rect">
            <a:avLst/>
          </a:prstGeom>
          <a:noFill/>
          <a:ln/>
        </p:spPr>
        <p:txBody>
          <a:bodyPr wrap="square" lIns="0" tIns="0" rIns="0" bIns="0" rtlCol="0" anchor="t"/>
          <a:lstStyle/>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This screen is shown to new users only. Anyone already registered goes straight to A20.</a:t>
            </a:r>
            <a:endParaRPr lang="en-US" sz="850" dirty="0"/>
          </a:p>
        </p:txBody>
      </p:sp>
      <p:sp>
        <p:nvSpPr>
          <p:cNvPr id="59" name="Text 43"/>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60" name="Image 14" descr="/home/user/white-label-mockup/.screendeck/A8-tail.jpg">    </p:cNvPr>
          <p:cNvPicPr>
            <a:picLocks noChangeAspect="1"/>
          </p:cNvPicPr>
          <p:nvPr/>
        </p:nvPicPr>
        <p:blipFill>
          <a:blip r:embed="rId15"/>
          <a:stretch>
            <a:fillRect/>
          </a:stretch>
        </p:blipFill>
        <p:spPr>
          <a:xfrm>
            <a:off x="3429000" y="3096424"/>
            <a:ext cx="1521864" cy="3174797"/>
          </a:xfrm>
          <a:prstGeom prst="rect">
            <a:avLst/>
          </a:prstGeom>
        </p:spPr>
      </p:pic>
      <p:sp>
        <p:nvSpPr>
          <p:cNvPr id="61" name="Text 4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62" name="Text 4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Verify code</a:t>
            </a:r>
            <a:endParaRPr lang="en-US" sz="2600" dirty="0"/>
          </a:p>
        </p:txBody>
      </p:sp>
      <p:pic>
        <p:nvPicPr>
          <p:cNvPr id="4" name="Image 0" descr="/home/user/white-label-mockup/.screendeck/A9.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57" name="Text 4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Tell us about your farm</a:t>
            </a:r>
            <a:endParaRPr lang="en-US" sz="2600" dirty="0"/>
          </a:p>
        </p:txBody>
      </p:sp>
      <p:pic>
        <p:nvPicPr>
          <p:cNvPr id="4" name="Image 0" descr="/home/user/white-label-mockup/.screendeck/A10.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7" name="Text 41"/>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8" name="Text 42"/>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9" name="Text 43"/>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I’m not sure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A13 Locate your farm</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16)</a:t>
            </a:r>
            <a:endParaRPr lang="en-US" sz="800" dirty="0"/>
          </a:p>
        </p:txBody>
      </p:sp>
      <p:sp>
        <p:nvSpPr>
          <p:cNvPr id="60" name="Text 4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61" name="Text 4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Available service plans</a:t>
            </a:r>
            <a:endParaRPr lang="en-US" sz="2600" dirty="0"/>
          </a:p>
        </p:txBody>
      </p:sp>
      <p:pic>
        <p:nvPicPr>
          <p:cNvPr id="4" name="Image 0" descr="/home/user/white-label-mockup/.screendeck/A1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7" name="Text 41"/>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8" name="Text 42"/>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9" name="Text 43"/>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I’m not interested</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A12 Not interested</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15)</a:t>
            </a:r>
            <a:endParaRPr lang="en-US" sz="800" dirty="0"/>
          </a:p>
        </p:txBody>
      </p:sp>
      <p:sp>
        <p:nvSpPr>
          <p:cNvPr id="60" name="Text 4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61" name="Text 4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Not interested</a:t>
            </a:r>
            <a:endParaRPr lang="en-US" sz="2600" dirty="0"/>
          </a:p>
        </p:txBody>
      </p:sp>
      <p:pic>
        <p:nvPicPr>
          <p:cNvPr id="4" name="Image 0" descr="/home/user/white-label-mockup/.screendeck/A1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3078969" y="373543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 name="Text 3"/>
          <p:cNvSpPr/>
          <p:nvPr/>
        </p:nvSpPr>
        <p:spPr>
          <a:xfrm>
            <a:off x="3429000" y="116128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7" name="Text 4"/>
          <p:cNvSpPr/>
          <p:nvPr/>
        </p:nvSpPr>
        <p:spPr>
          <a:xfrm>
            <a:off x="3429000" y="14310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8" name="Text 5"/>
          <p:cNvSpPr/>
          <p:nvPr/>
        </p:nvSpPr>
        <p:spPr>
          <a:xfrm>
            <a:off x="3703320" y="14173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Other reason</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a drawer to type the reason</a:t>
            </a:r>
            <a:endParaRPr lang="en-US" sz="800" dirty="0"/>
          </a:p>
        </p:txBody>
      </p:sp>
      <p:sp>
        <p:nvSpPr>
          <p:cNvPr id="9" name="Text 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10" name="Text 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Locate your farm</a:t>
            </a:r>
            <a:endParaRPr lang="en-US" sz="2600" dirty="0"/>
          </a:p>
        </p:txBody>
      </p:sp>
      <p:pic>
        <p:nvPicPr>
          <p:cNvPr id="4" name="Image 0" descr="/home/user/white-label-mockup/.screendeck/A13.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7" name="Text 41"/>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8" name="Text 42"/>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9" name="Text 43"/>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Ready to map my farm</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A14 Draw your farm boundary</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17)</a:t>
            </a:r>
            <a:endParaRPr lang="en-US" sz="800" dirty="0"/>
          </a:p>
        </p:txBody>
      </p:sp>
      <p:sp>
        <p:nvSpPr>
          <p:cNvPr id="60" name="Text 4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61" name="Text 4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Draw your farm boundary</a:t>
            </a:r>
            <a:endParaRPr lang="en-US" sz="2600" dirty="0"/>
          </a:p>
        </p:txBody>
      </p:sp>
      <p:pic>
        <p:nvPicPr>
          <p:cNvPr id="4" name="Image 0" descr="/home/user/white-label-mockup/.screendeck/A14.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57" name="Text 4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Survey in progress</a:t>
            </a:r>
            <a:endParaRPr lang="en-US" sz="2600" dirty="0"/>
          </a:p>
        </p:txBody>
      </p:sp>
      <p:pic>
        <p:nvPicPr>
          <p:cNvPr id="4" name="Image 0" descr="/home/user/white-label-mockup/.screendeck/A15.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7" name="Text 41"/>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8" name="Text 42"/>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9" name="Text 43"/>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Go to service plans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A17 Service plans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20)</a:t>
            </a:r>
            <a:endParaRPr lang="en-US" sz="800" dirty="0"/>
          </a:p>
        </p:txBody>
      </p:sp>
      <p:sp>
        <p:nvSpPr>
          <p:cNvPr id="60" name="Text 4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61" name="Text 4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Survey results</a:t>
            </a:r>
            <a:endParaRPr lang="en-US" sz="2600" dirty="0"/>
          </a:p>
        </p:txBody>
      </p:sp>
      <p:pic>
        <p:nvPicPr>
          <p:cNvPr id="4" name="Image 0" descr="/home/user/white-label-mockup/.screendeck/A1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55% of this screen is shown above</a:t>
            </a:r>
            <a:endParaRPr lang="en-US" sz="800" dirty="0"/>
          </a:p>
        </p:txBody>
      </p:sp>
      <p:pic>
        <p:nvPicPr>
          <p:cNvPr id="6"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9" name="Text 20"/>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0"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1" name="Text 21"/>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2" name="Text 22"/>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3" name="Text 23"/>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4"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5" name="Text 24"/>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6" name="Text 25"/>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7" name="Text 26"/>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8"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9" name="Text 27"/>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40" name="Text 28"/>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1" name="Text 29"/>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2"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3" name="Text 30"/>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4" name="Text 31"/>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5" name="Text 32"/>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6" name="Image 11" descr="/home/user/white-label-mockup/.screendeck/A16-thumb.png">    </p:cNvPr>
          <p:cNvPicPr>
            <a:picLocks noChangeAspect="1"/>
          </p:cNvPicPr>
          <p:nvPr/>
        </p:nvPicPr>
        <p:blipFill>
          <a:blip r:embed="rId12"/>
          <a:stretch>
            <a:fillRect/>
          </a:stretch>
        </p:blipFill>
        <p:spPr>
          <a:xfrm>
            <a:off x="8725486" y="1417320"/>
            <a:ext cx="401633" cy="837856"/>
          </a:xfrm>
          <a:prstGeom prst="rect">
            <a:avLst/>
          </a:prstGeom>
        </p:spPr>
      </p:pic>
      <p:sp>
        <p:nvSpPr>
          <p:cNvPr id="47" name="Text 33"/>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A16</a:t>
            </a:r>
            <a:endParaRPr lang="en-US" sz="750" dirty="0"/>
          </a:p>
        </p:txBody>
      </p:sp>
      <p:sp>
        <p:nvSpPr>
          <p:cNvPr id="48" name="Text 34"/>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Survey results</a:t>
            </a:r>
            <a:endParaRPr lang="en-US" sz="600" dirty="0"/>
          </a:p>
        </p:txBody>
      </p:sp>
      <p:sp>
        <p:nvSpPr>
          <p:cNvPr id="49" name="Text 35"/>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0"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1" name="Text 36"/>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2" name="Text 37"/>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3" name="Text 38"/>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4"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5" name="Text 39"/>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6" name="Text 40"/>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7" name="Text 4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58" name="Image 14" descr="/home/user/white-label-mockup/.screendeck/A16-tail.jpg">    </p:cNvPr>
          <p:cNvPicPr>
            <a:picLocks noChangeAspect="1"/>
          </p:cNvPicPr>
          <p:nvPr/>
        </p:nvPicPr>
        <p:blipFill>
          <a:blip r:embed="rId15"/>
          <a:stretch>
            <a:fillRect/>
          </a:stretch>
        </p:blipFill>
        <p:spPr>
          <a:xfrm>
            <a:off x="3429000" y="3096424"/>
            <a:ext cx="1521864" cy="3174797"/>
          </a:xfrm>
          <a:prstGeom prst="rect">
            <a:avLst/>
          </a:prstGeom>
        </p:spPr>
      </p:pic>
      <p:sp>
        <p:nvSpPr>
          <p:cNvPr id="59" name="Text 4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60" name="Text 4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Service plans</a:t>
            </a:r>
            <a:endParaRPr lang="en-US" sz="2600" dirty="0"/>
          </a:p>
        </p:txBody>
      </p:sp>
      <p:pic>
        <p:nvPicPr>
          <p:cNvPr id="4" name="Image 0" descr="/home/user/white-label-mockup/.screendeck/A17.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80% of this screen is shown above</a:t>
            </a:r>
            <a:endParaRPr lang="en-US" sz="800" dirty="0"/>
          </a:p>
        </p:txBody>
      </p:sp>
      <p:pic>
        <p:nvPicPr>
          <p:cNvPr id="6"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9" name="Text 20"/>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0"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1" name="Text 21"/>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2" name="Text 22"/>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3" name="Text 23"/>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4"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5" name="Text 24"/>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6" name="Text 25"/>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7" name="Text 26"/>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8"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9" name="Text 27"/>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40" name="Text 28"/>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1" name="Text 29"/>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2"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3" name="Text 30"/>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4" name="Text 31"/>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5" name="Text 32"/>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6"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7" name="Text 33"/>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8" name="Text 34"/>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9" name="Text 35"/>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0" name="Image 12" descr="/home/user/white-label-mockup/.screendeck/A17-thumb.png">    </p:cNvPr>
          <p:cNvPicPr>
            <a:picLocks noChangeAspect="1"/>
          </p:cNvPicPr>
          <p:nvPr/>
        </p:nvPicPr>
        <p:blipFill>
          <a:blip r:embed="rId13"/>
          <a:stretch>
            <a:fillRect/>
          </a:stretch>
        </p:blipFill>
        <p:spPr>
          <a:xfrm>
            <a:off x="9255135" y="1417320"/>
            <a:ext cx="401633" cy="837856"/>
          </a:xfrm>
          <a:prstGeom prst="rect">
            <a:avLst/>
          </a:prstGeom>
        </p:spPr>
      </p:pic>
      <p:sp>
        <p:nvSpPr>
          <p:cNvPr id="51" name="Text 36"/>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A17</a:t>
            </a:r>
            <a:endParaRPr lang="en-US" sz="750" dirty="0"/>
          </a:p>
        </p:txBody>
      </p:sp>
      <p:sp>
        <p:nvSpPr>
          <p:cNvPr id="52" name="Text 37"/>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Service plans</a:t>
            </a:r>
            <a:endParaRPr lang="en-US" sz="600" dirty="0"/>
          </a:p>
        </p:txBody>
      </p:sp>
      <p:sp>
        <p:nvSpPr>
          <p:cNvPr id="53" name="Text 38"/>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4"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5" name="Text 39"/>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6" name="Text 40"/>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7" name="Text 4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58" name="Image 14" descr="/home/user/white-label-mockup/.screendeck/A17-tail.jpg">    </p:cNvPr>
          <p:cNvPicPr>
            <a:picLocks noChangeAspect="1"/>
          </p:cNvPicPr>
          <p:nvPr/>
        </p:nvPicPr>
        <p:blipFill>
          <a:blip r:embed="rId15"/>
          <a:stretch>
            <a:fillRect/>
          </a:stretch>
        </p:blipFill>
        <p:spPr>
          <a:xfrm>
            <a:off x="3429000" y="3096424"/>
            <a:ext cx="1521864" cy="3174797"/>
          </a:xfrm>
          <a:prstGeom prst="rect">
            <a:avLst/>
          </a:prstGeom>
        </p:spPr>
      </p:pic>
      <p:sp>
        <p:nvSpPr>
          <p:cNvPr id="59" name="Text 42"/>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0" name="Text 43"/>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61" name="Text 44"/>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62" name="Text 45"/>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Start free trial</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A18 Confirm subscription</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21)</a:t>
            </a:r>
            <a:endParaRPr lang="en-US" sz="800" dirty="0"/>
          </a:p>
        </p:txBody>
      </p:sp>
      <p:sp>
        <p:nvSpPr>
          <p:cNvPr id="63" name="Text 4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64" name="Text 4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Confirm subscription</a:t>
            </a:r>
            <a:endParaRPr lang="en-US" sz="2600" dirty="0"/>
          </a:p>
        </p:txBody>
      </p:sp>
      <p:pic>
        <p:nvPicPr>
          <p:cNvPr id="4" name="Image 0" descr="/home/user/white-label-mockup/.screendeck/A18.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57" name="Text 4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You’re ready</a:t>
            </a:r>
            <a:endParaRPr lang="en-US" sz="2600" dirty="0"/>
          </a:p>
        </p:txBody>
      </p:sp>
      <p:pic>
        <p:nvPicPr>
          <p:cNvPr id="4" name="Image 0" descr="/home/user/white-label-mockup/.screendeck/A19.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16-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17-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19-thumb.png">    </p:cNvPr>
          <p:cNvPicPr>
            <a:picLocks noChangeAspect="1"/>
          </p:cNvPicPr>
          <p:nvPr/>
        </p:nvPicPr>
        <p:blipFill>
          <a:blip r:embed="rId5"/>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A19</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You’re ready</a:t>
            </a:r>
            <a:endParaRPr lang="en-US" sz="600" dirty="0"/>
          </a:p>
        </p:txBody>
      </p:sp>
      <p:sp>
        <p:nvSpPr>
          <p:cNvPr id="20" name="Text 1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1" name="Text 1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2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Log in</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2 screens  ·  A20 · A21</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v1.7.2</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LOG IN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A20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Log in</a:t>
            </a:r>
            <a:endParaRPr lang="en-US" sz="2600" dirty="0"/>
          </a:p>
        </p:txBody>
      </p:sp>
      <p:pic>
        <p:nvPicPr>
          <p:cNvPr id="4" name="Image 0" descr="/home/user/white-label-mockup/.screendeck/A20.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20-thumb.png">    </p:cNvPr>
          <p:cNvPicPr>
            <a:picLocks noChangeAspect="1"/>
          </p:cNvPicPr>
          <p:nvPr/>
        </p:nvPicPr>
        <p:blipFill>
          <a:blip r:embed="rId2"/>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A20</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Log in</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1-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A21</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Join a farm as a guest</a:t>
            </a:r>
            <a:endParaRPr lang="en-US" sz="600" dirty="0"/>
          </a:p>
        </p:txBody>
      </p:sp>
      <p:sp>
        <p:nvSpPr>
          <p:cNvPr id="12" name="Shape 7"/>
          <p:cNvSpPr/>
          <p:nvPr/>
        </p:nvSpPr>
        <p:spPr>
          <a:xfrm>
            <a:off x="7123176" y="4526280"/>
            <a:ext cx="3063240" cy="2240280"/>
          </a:xfrm>
          <a:prstGeom prst="rect">
            <a:avLst/>
          </a:prstGeom>
          <a:solidFill>
            <a:srgbClr val="F2F7F4"/>
          </a:solidFill>
          <a:ln w="12700">
            <a:solidFill>
              <a:srgbClr val="A9C6B6"/>
            </a:solidFill>
            <a:prstDash val="solid"/>
          </a:ln>
        </p:spPr>
      </p:sp>
      <p:sp>
        <p:nvSpPr>
          <p:cNvPr id="13" name="Text 8"/>
          <p:cNvSpPr/>
          <p:nvPr/>
        </p:nvSpPr>
        <p:spPr>
          <a:xfrm>
            <a:off x="7269480" y="4654296"/>
            <a:ext cx="2770632" cy="2002536"/>
          </a:xfrm>
          <a:prstGeom prst="rect">
            <a:avLst/>
          </a:prstGeom>
          <a:noFill/>
          <a:ln/>
        </p:spPr>
        <p:txBody>
          <a:bodyPr wrap="square" lIns="0" tIns="0" rIns="0" bIns="0" rtlCol="0" anchor="t"/>
          <a:lstStyle/>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Most users sign in with Face ID. This screen is drawn only when Face ID fails, which is what the notice at the top of it says.</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Creating an account and joining a farm as a guest are on A8, which is where somebody the app has never met lands.</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A code can be sent to the registered email address instead of a password.</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“Switch account” is for a farmer holding several accounts for different farms.</a:t>
            </a:r>
            <a:endParaRPr lang="en-US" sz="850" dirty="0"/>
          </a:p>
        </p:txBody>
      </p:sp>
      <p:sp>
        <p:nvSpPr>
          <p:cNvPr id="14" name="Text 9"/>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15" name="Text 10"/>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LOG IN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A21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Join a farm as a guest</a:t>
            </a:r>
            <a:endParaRPr lang="en-US" sz="2600" dirty="0"/>
          </a:p>
        </p:txBody>
      </p:sp>
      <p:pic>
        <p:nvPicPr>
          <p:cNvPr id="4" name="Image 0" descr="/home/user/white-label-mockup/.screendeck/A2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20-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A20</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Log in</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1-thumb.png">    </p:cNvPr>
          <p:cNvPicPr>
            <a:picLocks noChangeAspect="1"/>
          </p:cNvPicPr>
          <p:nvPr/>
        </p:nvPicPr>
        <p:blipFill>
          <a:blip r:embed="rId3"/>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A21</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Join a farm as a guest</a:t>
            </a:r>
            <a:endParaRPr lang="en-US" sz="600" dirty="0"/>
          </a:p>
        </p:txBody>
      </p:sp>
      <p:sp>
        <p:nvSpPr>
          <p:cNvPr id="12" name="Text 7"/>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13" name="Text 8"/>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3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My Farm</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11 screens  ·  B1 · B2 · B12 · B3 · B4 · B5 · B6 · B7 · B8 · B9 · B10</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v1.7.2</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Farm home</a:t>
            </a:r>
            <a:endParaRPr lang="en-US" sz="2600" dirty="0"/>
          </a:p>
        </p:txBody>
      </p:sp>
      <p:pic>
        <p:nvPicPr>
          <p:cNvPr id="4" name="Image 0" descr="/home/user/white-label-mockup/.screendeck/B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B1-thumb.png">    </p:cNvPr>
          <p:cNvPicPr>
            <a:picLocks noChangeAspect="1"/>
          </p:cNvPicPr>
          <p:nvPr/>
        </p:nvPicPr>
        <p:blipFill>
          <a:blip r:embed="rId2"/>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1-tail.jpg">    </p:cNvPr>
          <p:cNvPicPr>
            <a:picLocks noChangeAspect="1"/>
          </p:cNvPicPr>
          <p:nvPr/>
        </p:nvPicPr>
        <p:blipFill>
          <a:blip r:embed="rId6"/>
          <a:stretch>
            <a:fillRect/>
          </a:stretch>
        </p:blipFill>
        <p:spPr>
          <a:xfrm>
            <a:off x="3429000" y="3096424"/>
            <a:ext cx="1521864" cy="3174797"/>
          </a:xfrm>
          <a:prstGeom prst="rect">
            <a:avLst/>
          </a:prstGeom>
        </p:spPr>
      </p:pic>
      <p:sp>
        <p:nvSpPr>
          <p:cNvPr id="23" name="Text 15"/>
          <p:cNvSpPr/>
          <p:nvPr/>
        </p:nvSpPr>
        <p:spPr>
          <a:xfrm>
            <a:off x="3078969" y="1938008"/>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335988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3078969" y="3896005"/>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6" name="Text 18"/>
          <p:cNvSpPr/>
          <p:nvPr/>
        </p:nvSpPr>
        <p:spPr>
          <a:xfrm>
            <a:off x="3078969" y="5179927"/>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7" name="Text 19"/>
          <p:cNvSpPr/>
          <p:nvPr/>
        </p:nvSpPr>
        <p:spPr>
          <a:xfrm>
            <a:off x="3078969" y="5454247"/>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8" name="Text 20"/>
          <p:cNvSpPr/>
          <p:nvPr/>
        </p:nvSpPr>
        <p:spPr>
          <a:xfrm>
            <a:off x="3078969" y="5728567"/>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9" name="Text 21"/>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30" name="Text 22"/>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1" name="Text 23"/>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Switch farm</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Switches between farms, and adds a new one</a:t>
            </a:r>
            <a:endParaRPr lang="en-US" sz="800" dirty="0"/>
          </a:p>
        </p:txBody>
      </p:sp>
      <p:sp>
        <p:nvSpPr>
          <p:cNvPr id="32" name="Text 24"/>
          <p:cNvSpPr/>
          <p:nvPr/>
        </p:nvSpPr>
        <p:spPr>
          <a:xfrm>
            <a:off x="526176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3" name="Text 25"/>
          <p:cNvSpPr/>
          <p:nvPr/>
        </p:nvSpPr>
        <p:spPr>
          <a:xfrm>
            <a:off x="5536080" y="337074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Open map</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C1 Map</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39)</a:t>
            </a:r>
            <a:endParaRPr lang="en-US" sz="800" dirty="0"/>
          </a:p>
        </p:txBody>
      </p:sp>
      <p:sp>
        <p:nvSpPr>
          <p:cNvPr id="34" name="Text 26"/>
          <p:cNvSpPr/>
          <p:nvPr/>
        </p:nvSpPr>
        <p:spPr>
          <a:xfrm>
            <a:off x="5261760" y="365878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5" name="Text 27"/>
          <p:cNvSpPr/>
          <p:nvPr/>
        </p:nvSpPr>
        <p:spPr>
          <a:xfrm>
            <a:off x="5536080" y="364506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Pick a metric. Showing Plant health</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list of metrics, each explained</a:t>
            </a:r>
            <a:endParaRPr lang="en-US" sz="800" dirty="0"/>
          </a:p>
        </p:txBody>
      </p:sp>
      <p:sp>
        <p:nvSpPr>
          <p:cNvPr id="36" name="Text 28"/>
          <p:cNvSpPr/>
          <p:nvPr/>
        </p:nvSpPr>
        <p:spPr>
          <a:xfrm>
            <a:off x="5261760" y="393310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7" name="Text 29"/>
          <p:cNvSpPr/>
          <p:nvPr/>
        </p:nvSpPr>
        <p:spPr>
          <a:xfrm>
            <a:off x="5536080" y="391938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Open Plot 1</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B2 Plot detail</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28)</a:t>
            </a:r>
            <a:endParaRPr lang="en-US" sz="800" dirty="0"/>
          </a:p>
        </p:txBody>
      </p:sp>
      <p:sp>
        <p:nvSpPr>
          <p:cNvPr id="38" name="Text 30"/>
          <p:cNvSpPr/>
          <p:nvPr/>
        </p:nvSpPr>
        <p:spPr>
          <a:xfrm>
            <a:off x="5261760" y="420742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39" name="Text 31"/>
          <p:cNvSpPr/>
          <p:nvPr/>
        </p:nvSpPr>
        <p:spPr>
          <a:xfrm>
            <a:off x="5536080" y="419370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Wheat</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B3 Crop cycles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30)</a:t>
            </a:r>
            <a:endParaRPr lang="en-US" sz="800" dirty="0"/>
          </a:p>
        </p:txBody>
      </p:sp>
      <p:sp>
        <p:nvSpPr>
          <p:cNvPr id="40" name="Text 32"/>
          <p:cNvSpPr/>
          <p:nvPr/>
        </p:nvSpPr>
        <p:spPr>
          <a:xfrm>
            <a:off x="5261760" y="44817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41" name="Text 33"/>
          <p:cNvSpPr/>
          <p:nvPr/>
        </p:nvSpPr>
        <p:spPr>
          <a:xfrm>
            <a:off x="5536080" y="44680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Set new crop</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B4 Add / edit crop cycle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31)</a:t>
            </a:r>
            <a:endParaRPr lang="en-US" sz="800" dirty="0"/>
          </a:p>
        </p:txBody>
      </p:sp>
      <p:sp>
        <p:nvSpPr>
          <p:cNvPr id="42" name="Text 3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43" name="Text 3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Plot detail</a:t>
            </a:r>
            <a:endParaRPr lang="en-US" sz="2600" dirty="0"/>
          </a:p>
        </p:txBody>
      </p:sp>
      <p:pic>
        <p:nvPicPr>
          <p:cNvPr id="4" name="Image 0" descr="/home/user/white-label-mockup/.screendeck/B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25%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Plot detail</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2-tail.jpg">    </p:cNvPr>
          <p:cNvPicPr>
            <a:picLocks noChangeAspect="1"/>
          </p:cNvPicPr>
          <p:nvPr/>
        </p:nvPicPr>
        <p:blipFill>
          <a:blip r:embed="rId6"/>
          <a:stretch>
            <a:fillRect/>
          </a:stretch>
        </p:blipFill>
        <p:spPr>
          <a:xfrm>
            <a:off x="3429000" y="3096424"/>
            <a:ext cx="1521864" cy="3174797"/>
          </a:xfrm>
          <a:prstGeom prst="rect">
            <a:avLst/>
          </a:prstGeom>
        </p:spPr>
      </p:pic>
      <p:sp>
        <p:nvSpPr>
          <p:cNvPr id="23" name="Text 15"/>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245554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3078969" y="276090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6" name="Text 18"/>
          <p:cNvSpPr/>
          <p:nvPr/>
        </p:nvSpPr>
        <p:spPr>
          <a:xfrm>
            <a:off x="3078969" y="407217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7" name="Text 19"/>
          <p:cNvSpPr/>
          <p:nvPr/>
        </p:nvSpPr>
        <p:spPr>
          <a:xfrm>
            <a:off x="3078969" y="4910902"/>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8" name="Text 20"/>
          <p:cNvSpPr/>
          <p:nvPr/>
        </p:nvSpPr>
        <p:spPr>
          <a:xfrm>
            <a:off x="3078969" y="572256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9" name="Text 21"/>
          <p:cNvSpPr/>
          <p:nvPr/>
        </p:nvSpPr>
        <p:spPr>
          <a:xfrm>
            <a:off x="3078969" y="599688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30" name="Text 22"/>
          <p:cNvSpPr/>
          <p:nvPr/>
        </p:nvSpPr>
        <p:spPr>
          <a:xfrm>
            <a:off x="3078969" y="6301168"/>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31" name="Text 23"/>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32" name="Text 24"/>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3" name="Text 25"/>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More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Rename, edit the boundary, remove the plot</a:t>
            </a:r>
            <a:endParaRPr lang="en-US" sz="800" dirty="0"/>
          </a:p>
        </p:txBody>
      </p:sp>
      <p:sp>
        <p:nvSpPr>
          <p:cNvPr id="34" name="Text 26"/>
          <p:cNvSpPr/>
          <p:nvPr/>
        </p:nvSpPr>
        <p:spPr>
          <a:xfrm>
            <a:off x="526176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5" name="Text 27"/>
          <p:cNvSpPr/>
          <p:nvPr/>
        </p:nvSpPr>
        <p:spPr>
          <a:xfrm>
            <a:off x="5536080" y="337074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Which date?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Picks the imagery date, and compares two</a:t>
            </a:r>
            <a:endParaRPr lang="en-US" sz="800" dirty="0"/>
          </a:p>
        </p:txBody>
      </p:sp>
      <p:sp>
        <p:nvSpPr>
          <p:cNvPr id="36" name="Text 28"/>
          <p:cNvSpPr/>
          <p:nvPr/>
        </p:nvSpPr>
        <p:spPr>
          <a:xfrm>
            <a:off x="5261760" y="365878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7" name="Text 29"/>
          <p:cNvSpPr/>
          <p:nvPr/>
        </p:nvSpPr>
        <p:spPr>
          <a:xfrm>
            <a:off x="5536080" y="364506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Open in the map</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C1 Map</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39)</a:t>
            </a:r>
            <a:endParaRPr lang="en-US" sz="800" dirty="0"/>
          </a:p>
        </p:txBody>
      </p:sp>
      <p:sp>
        <p:nvSpPr>
          <p:cNvPr id="38" name="Text 30"/>
          <p:cNvSpPr/>
          <p:nvPr/>
        </p:nvSpPr>
        <p:spPr>
          <a:xfrm>
            <a:off x="5261760" y="393310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9" name="Text 31"/>
          <p:cNvSpPr/>
          <p:nvPr/>
        </p:nvSpPr>
        <p:spPr>
          <a:xfrm>
            <a:off x="5536080" y="391938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Pick a metric. Showing Plant health</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list of metrics, each explained</a:t>
            </a:r>
            <a:endParaRPr lang="en-US" sz="800" dirty="0"/>
          </a:p>
        </p:txBody>
      </p:sp>
      <p:sp>
        <p:nvSpPr>
          <p:cNvPr id="40" name="Text 32"/>
          <p:cNvSpPr/>
          <p:nvPr/>
        </p:nvSpPr>
        <p:spPr>
          <a:xfrm>
            <a:off x="5261760" y="420742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41" name="Text 33"/>
          <p:cNvSpPr/>
          <p:nvPr/>
        </p:nvSpPr>
        <p:spPr>
          <a:xfrm>
            <a:off x="5536080" y="419370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Edit</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B3 Crop cycles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30)</a:t>
            </a:r>
            <a:endParaRPr lang="en-US" sz="800" dirty="0"/>
          </a:p>
        </p:txBody>
      </p:sp>
      <p:sp>
        <p:nvSpPr>
          <p:cNvPr id="42" name="Text 34"/>
          <p:cNvSpPr/>
          <p:nvPr/>
        </p:nvSpPr>
        <p:spPr>
          <a:xfrm>
            <a:off x="5261760" y="44817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43" name="Text 35"/>
          <p:cNvSpPr/>
          <p:nvPr/>
        </p:nvSpPr>
        <p:spPr>
          <a:xfrm>
            <a:off x="5536080" y="44680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See advice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D1 Advice inbox</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45)</a:t>
            </a:r>
            <a:endParaRPr lang="en-US" sz="800" dirty="0"/>
          </a:p>
        </p:txBody>
      </p:sp>
      <p:sp>
        <p:nvSpPr>
          <p:cNvPr id="44" name="Text 36"/>
          <p:cNvSpPr/>
          <p:nvPr/>
        </p:nvSpPr>
        <p:spPr>
          <a:xfrm>
            <a:off x="5261760" y="47560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7</a:t>
            </a:r>
            <a:endParaRPr lang="en-US" sz="800" dirty="0"/>
          </a:p>
        </p:txBody>
      </p:sp>
      <p:sp>
        <p:nvSpPr>
          <p:cNvPr id="45" name="Text 37"/>
          <p:cNvSpPr/>
          <p:nvPr/>
        </p:nvSpPr>
        <p:spPr>
          <a:xfrm>
            <a:off x="5536080" y="474234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Irrigation schedule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B12 Irrigation schedule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29)</a:t>
            </a:r>
            <a:endParaRPr lang="en-US" sz="800" dirty="0"/>
          </a:p>
        </p:txBody>
      </p:sp>
      <p:sp>
        <p:nvSpPr>
          <p:cNvPr id="46" name="Text 38"/>
          <p:cNvSpPr/>
          <p:nvPr/>
        </p:nvSpPr>
        <p:spPr>
          <a:xfrm>
            <a:off x="5261760" y="503038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a:t>
            </a:r>
            <a:endParaRPr lang="en-US" sz="800" dirty="0"/>
          </a:p>
        </p:txBody>
      </p:sp>
      <p:sp>
        <p:nvSpPr>
          <p:cNvPr id="47" name="Text 39"/>
          <p:cNvSpPr/>
          <p:nvPr/>
        </p:nvSpPr>
        <p:spPr>
          <a:xfrm>
            <a:off x="5536080" y="501666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Plant health On the map64%Good</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this metric on the map</a:t>
            </a:r>
            <a:endParaRPr lang="en-US" sz="800" dirty="0"/>
          </a:p>
        </p:txBody>
      </p:sp>
      <p:sp>
        <p:nvSpPr>
          <p:cNvPr id="48" name="Text 4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49" name="Text 4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B12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Irrigation schedule</a:t>
            </a:r>
            <a:endParaRPr lang="en-US" sz="2600" dirty="0"/>
          </a:p>
        </p:txBody>
      </p:sp>
      <p:pic>
        <p:nvPicPr>
          <p:cNvPr id="4" name="Image 0" descr="/home/user/white-label-mockup/.screendeck/B1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12-thumb.png">    </p:cNvPr>
          <p:cNvPicPr>
            <a:picLocks noChangeAspect="1"/>
          </p:cNvPicPr>
          <p:nvPr/>
        </p:nvPicPr>
        <p:blipFill>
          <a:blip r:embed="rId4"/>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B12</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Irrigation schedule</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B12-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cycles</a:t>
            </a:r>
            <a:endParaRPr lang="en-US" sz="2600" dirty="0"/>
          </a:p>
        </p:txBody>
      </p:sp>
      <p:pic>
        <p:nvPicPr>
          <p:cNvPr id="4" name="Image 0" descr="/home/user/white-label-mockup/.screendeck/B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3-tail.jpg">    </p:cNvPr>
          <p:cNvPicPr>
            <a:picLocks noChangeAspect="1"/>
          </p:cNvPicPr>
          <p:nvPr/>
        </p:nvPicPr>
        <p:blipFill>
          <a:blip r:embed="rId6"/>
          <a:stretch>
            <a:fillRect/>
          </a:stretch>
        </p:blipFill>
        <p:spPr>
          <a:xfrm>
            <a:off x="3429000" y="3096424"/>
            <a:ext cx="1521864" cy="3174797"/>
          </a:xfrm>
          <a:prstGeom prst="rect">
            <a:avLst/>
          </a:prstGeom>
        </p:spPr>
      </p:pic>
      <p:sp>
        <p:nvSpPr>
          <p:cNvPr id="23" name="Text 15"/>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5151850"/>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6" name="Text 18"/>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7" name="Text 19"/>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New</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B4 Add / edit crop cycle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31)</a:t>
            </a:r>
            <a:endParaRPr lang="en-US" sz="800" dirty="0"/>
          </a:p>
        </p:txBody>
      </p:sp>
      <p:sp>
        <p:nvSpPr>
          <p:cNvPr id="28" name="Text 20"/>
          <p:cNvSpPr/>
          <p:nvPr/>
        </p:nvSpPr>
        <p:spPr>
          <a:xfrm>
            <a:off x="526176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9" name="Text 21"/>
          <p:cNvSpPr/>
          <p:nvPr/>
        </p:nvSpPr>
        <p:spPr>
          <a:xfrm>
            <a:off x="5536080" y="337074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Edit this cycle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B4 Add / edit crop cycle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31)</a:t>
            </a:r>
            <a:endParaRPr lang="en-US" sz="800" dirty="0"/>
          </a:p>
        </p:txBody>
      </p:sp>
      <p:sp>
        <p:nvSpPr>
          <p:cNvPr id="30"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31"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Add / edit crop cycle</a:t>
            </a:r>
            <a:endParaRPr lang="en-US" sz="2600" dirty="0"/>
          </a:p>
        </p:txBody>
      </p:sp>
      <p:pic>
        <p:nvPicPr>
          <p:cNvPr id="4" name="Image 0" descr="/home/user/white-label-mockup/.screendeck/B4.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80%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4-tail.jpg">    </p:cNvPr>
          <p:cNvPicPr>
            <a:picLocks noChangeAspect="1"/>
          </p:cNvPicPr>
          <p:nvPr/>
        </p:nvPicPr>
        <p:blipFill>
          <a:blip r:embed="rId6"/>
          <a:stretch>
            <a:fillRect/>
          </a:stretch>
        </p:blipFill>
        <p:spPr>
          <a:xfrm>
            <a:off x="3429000" y="3096424"/>
            <a:ext cx="1521864" cy="3174797"/>
          </a:xfrm>
          <a:prstGeom prst="rect">
            <a:avLst/>
          </a:prstGeom>
        </p:spPr>
      </p:pic>
      <p:sp>
        <p:nvSpPr>
          <p:cNvPr id="23" name="Text 15"/>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4" name="Text 16"/>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Tree group</a:t>
            </a:r>
            <a:endParaRPr lang="en-US" sz="2600" dirty="0"/>
          </a:p>
        </p:txBody>
      </p:sp>
      <p:pic>
        <p:nvPicPr>
          <p:cNvPr id="4" name="Image 0" descr="/home/user/white-label-mockup/.screendeck/B5.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20%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5-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B5</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Tree group</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6-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B6</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Tree detail</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B5-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3078969" y="245554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1" name="Text 14"/>
          <p:cNvSpPr/>
          <p:nvPr/>
        </p:nvSpPr>
        <p:spPr>
          <a:xfrm>
            <a:off x="3078969" y="276090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2" name="Text 15"/>
          <p:cNvSpPr/>
          <p:nvPr/>
        </p:nvSpPr>
        <p:spPr>
          <a:xfrm>
            <a:off x="3078969" y="3954728"/>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3" name="Text 16"/>
          <p:cNvSpPr/>
          <p:nvPr/>
        </p:nvSpPr>
        <p:spPr>
          <a:xfrm>
            <a:off x="3078969" y="533884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4" name="Text 17"/>
          <p:cNvSpPr/>
          <p:nvPr/>
        </p:nvSpPr>
        <p:spPr>
          <a:xfrm>
            <a:off x="3078969" y="572256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5" name="Text 18"/>
          <p:cNvSpPr/>
          <p:nvPr/>
        </p:nvSpPr>
        <p:spPr>
          <a:xfrm>
            <a:off x="3078969" y="599688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26" name="Text 19"/>
          <p:cNvSpPr/>
          <p:nvPr/>
        </p:nvSpPr>
        <p:spPr>
          <a:xfrm>
            <a:off x="3078969" y="627120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27" name="Text 20"/>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8" name="Text 21"/>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9" name="Text 22"/>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Search</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Finds a tree by its number</a:t>
            </a:r>
            <a:endParaRPr lang="en-US" sz="800" dirty="0"/>
          </a:p>
        </p:txBody>
      </p:sp>
      <p:sp>
        <p:nvSpPr>
          <p:cNvPr id="30" name="Text 23"/>
          <p:cNvSpPr/>
          <p:nvPr/>
        </p:nvSpPr>
        <p:spPr>
          <a:xfrm>
            <a:off x="526176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1" name="Text 24"/>
          <p:cNvSpPr/>
          <p:nvPr/>
        </p:nvSpPr>
        <p:spPr>
          <a:xfrm>
            <a:off x="5536080" y="337074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Which date?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Picks the imagery date, and compares two</a:t>
            </a:r>
            <a:endParaRPr lang="en-US" sz="800" dirty="0"/>
          </a:p>
        </p:txBody>
      </p:sp>
      <p:sp>
        <p:nvSpPr>
          <p:cNvPr id="32" name="Text 25"/>
          <p:cNvSpPr/>
          <p:nvPr/>
        </p:nvSpPr>
        <p:spPr>
          <a:xfrm>
            <a:off x="5261760" y="365878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3" name="Text 26"/>
          <p:cNvSpPr/>
          <p:nvPr/>
        </p:nvSpPr>
        <p:spPr>
          <a:xfrm>
            <a:off x="5536080" y="364506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Open in the map</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C1 Map</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39)</a:t>
            </a:r>
            <a:endParaRPr lang="en-US" sz="800" dirty="0"/>
          </a:p>
        </p:txBody>
      </p:sp>
      <p:sp>
        <p:nvSpPr>
          <p:cNvPr id="34" name="Text 27"/>
          <p:cNvSpPr/>
          <p:nvPr/>
        </p:nvSpPr>
        <p:spPr>
          <a:xfrm>
            <a:off x="5261760" y="393310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5" name="Text 28"/>
          <p:cNvSpPr/>
          <p:nvPr/>
        </p:nvSpPr>
        <p:spPr>
          <a:xfrm>
            <a:off x="5536080" y="391938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Pick a metric. Showing Tree health</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list of metrics, each explained</a:t>
            </a:r>
            <a:endParaRPr lang="en-US" sz="800" dirty="0"/>
          </a:p>
        </p:txBody>
      </p:sp>
      <p:sp>
        <p:nvSpPr>
          <p:cNvPr id="36" name="Text 29"/>
          <p:cNvSpPr/>
          <p:nvPr/>
        </p:nvSpPr>
        <p:spPr>
          <a:xfrm>
            <a:off x="5261760" y="420742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37" name="Text 30"/>
          <p:cNvSpPr/>
          <p:nvPr/>
        </p:nvSpPr>
        <p:spPr>
          <a:xfrm>
            <a:off x="5536080" y="419370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Tree health On the map27%Poor</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this metric on the map</a:t>
            </a:r>
            <a:endParaRPr lang="en-US" sz="800" dirty="0"/>
          </a:p>
        </p:txBody>
      </p:sp>
      <p:sp>
        <p:nvSpPr>
          <p:cNvPr id="38" name="Text 31"/>
          <p:cNvSpPr/>
          <p:nvPr/>
        </p:nvSpPr>
        <p:spPr>
          <a:xfrm>
            <a:off x="5261760" y="44817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39" name="Text 32"/>
          <p:cNvSpPr/>
          <p:nvPr/>
        </p:nvSpPr>
        <p:spPr>
          <a:xfrm>
            <a:off x="5536080" y="44680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See advice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D1 Advice inbox</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45)</a:t>
            </a:r>
            <a:endParaRPr lang="en-US" sz="800" dirty="0"/>
          </a:p>
        </p:txBody>
      </p:sp>
      <p:sp>
        <p:nvSpPr>
          <p:cNvPr id="40" name="Text 33"/>
          <p:cNvSpPr/>
          <p:nvPr/>
        </p:nvSpPr>
        <p:spPr>
          <a:xfrm>
            <a:off x="5261760" y="47560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7</a:t>
            </a:r>
            <a:endParaRPr lang="en-US" sz="800" dirty="0"/>
          </a:p>
        </p:txBody>
      </p:sp>
      <p:sp>
        <p:nvSpPr>
          <p:cNvPr id="41" name="Text 34"/>
          <p:cNvSpPr/>
          <p:nvPr/>
        </p:nvSpPr>
        <p:spPr>
          <a:xfrm>
            <a:off x="5536080" y="474234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Irrigation schedule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B12 Irrigation schedule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29)</a:t>
            </a:r>
            <a:endParaRPr lang="en-US" sz="800" dirty="0"/>
          </a:p>
        </p:txBody>
      </p:sp>
      <p:sp>
        <p:nvSpPr>
          <p:cNvPr id="42" name="Text 35"/>
          <p:cNvSpPr/>
          <p:nvPr/>
        </p:nvSpPr>
        <p:spPr>
          <a:xfrm>
            <a:off x="5261760" y="503038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a:t>
            </a:r>
            <a:endParaRPr lang="en-US" sz="800" dirty="0"/>
          </a:p>
        </p:txBody>
      </p:sp>
      <p:sp>
        <p:nvSpPr>
          <p:cNvPr id="43" name="Text 36"/>
          <p:cNvSpPr/>
          <p:nvPr/>
        </p:nvSpPr>
        <p:spPr>
          <a:xfrm>
            <a:off x="5536080" y="501666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Soil moisture41%Very dry</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this metric on the map</a:t>
            </a:r>
            <a:endParaRPr lang="en-US" sz="800" dirty="0"/>
          </a:p>
        </p:txBody>
      </p:sp>
      <p:sp>
        <p:nvSpPr>
          <p:cNvPr id="44" name="Text 37"/>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45" name="Text 38"/>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Tree detail</a:t>
            </a:r>
            <a:endParaRPr lang="en-US" sz="2600" dirty="0"/>
          </a:p>
        </p:txBody>
      </p:sp>
      <p:pic>
        <p:nvPicPr>
          <p:cNvPr id="4" name="Image 0" descr="/home/user/white-label-mockup/.screendeck/B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40%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5-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B5</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Tree group</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6-thumb.png">    </p:cNvPr>
          <p:cNvPicPr>
            <a:picLocks noChangeAspect="1"/>
          </p:cNvPicPr>
          <p:nvPr/>
        </p:nvPicPr>
        <p:blipFill>
          <a:blip r:embed="rId4"/>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B6</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Tree detail</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B6-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More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Replace, mark as removed, record a note</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planner</a:t>
            </a:r>
            <a:endParaRPr lang="en-US" sz="2600" dirty="0"/>
          </a:p>
        </p:txBody>
      </p:sp>
      <p:pic>
        <p:nvPicPr>
          <p:cNvPr id="4" name="Image 0" descr="/home/user/white-label-mockup/.screendeck/B7.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7-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B7</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planner</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7-tail.jpg">    </p:cNvPr>
          <p:cNvPicPr>
            <a:picLocks noChangeAspect="1"/>
          </p:cNvPicPr>
          <p:nvPr/>
        </p:nvPicPr>
        <p:blipFill>
          <a:blip r:embed="rId6"/>
          <a:stretch>
            <a:fillRect/>
          </a:stretch>
        </p:blipFill>
        <p:spPr>
          <a:xfrm>
            <a:off x="3429000" y="3096424"/>
            <a:ext cx="1521864" cy="3174797"/>
          </a:xfrm>
          <a:prstGeom prst="rect">
            <a:avLst/>
          </a:prstGeom>
        </p:spPr>
      </p:pic>
      <p:sp>
        <p:nvSpPr>
          <p:cNvPr id="23" name="Text 15"/>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2548222"/>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6" name="Text 18"/>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7" name="Text 19"/>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About: Crop planner</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guidance for this screen</a:t>
            </a:r>
            <a:endParaRPr lang="en-US" sz="800" dirty="0"/>
          </a:p>
        </p:txBody>
      </p:sp>
      <p:sp>
        <p:nvSpPr>
          <p:cNvPr id="28" name="Text 20"/>
          <p:cNvSpPr/>
          <p:nvPr/>
        </p:nvSpPr>
        <p:spPr>
          <a:xfrm>
            <a:off x="526176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9" name="Text 21"/>
          <p:cNvSpPr/>
          <p:nvPr/>
        </p:nvSpPr>
        <p:spPr>
          <a:xfrm>
            <a:off x="5536080" y="337074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Plot 1 · WheatStarted 12 Feb · harvest aro</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Switches to another plot on this farm</a:t>
            </a:r>
            <a:endParaRPr lang="en-US" sz="800" dirty="0"/>
          </a:p>
        </p:txBody>
      </p:sp>
      <p:sp>
        <p:nvSpPr>
          <p:cNvPr id="30"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31"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Farm progress</a:t>
            </a:r>
            <a:endParaRPr lang="en-US" sz="2600" dirty="0"/>
          </a:p>
        </p:txBody>
      </p:sp>
      <p:pic>
        <p:nvPicPr>
          <p:cNvPr id="4" name="Image 0" descr="/home/user/white-label-mockup/.screendeck/B8.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40%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8-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B8</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Farm progress</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2-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B8-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About: Farm progress</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guidance for this screen</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Draw my own plots</a:t>
            </a:r>
            <a:endParaRPr lang="en-US" sz="2600" dirty="0"/>
          </a:p>
        </p:txBody>
      </p:sp>
      <p:pic>
        <p:nvPicPr>
          <p:cNvPr id="4" name="Image 0" descr="/home/user/white-label-mockup/.screendeck/B9.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B9-thumb.png">    </p:cNvPr>
          <p:cNvPicPr>
            <a:picLocks noChangeAspect="1"/>
          </p:cNvPicPr>
          <p:nvPr/>
        </p:nvPicPr>
        <p:blipFill>
          <a:blip r:embed="rId3"/>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B9</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Draw my own plots</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16-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16" name="Text 10"/>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7" name="Text 11"/>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18" name="Text 12"/>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9" name="Text 13"/>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About: Draw one plot</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guidance for this screen</a:t>
            </a:r>
            <a:endParaRPr lang="en-US" sz="800" dirty="0"/>
          </a:p>
        </p:txBody>
      </p:sp>
      <p:sp>
        <p:nvSpPr>
          <p:cNvPr id="20" name="Text 1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1" name="Text 1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B10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Manage workforce</a:t>
            </a:r>
            <a:endParaRPr lang="en-US" sz="2600" dirty="0"/>
          </a:p>
        </p:txBody>
      </p:sp>
      <p:pic>
        <p:nvPicPr>
          <p:cNvPr id="4" name="Image 0" descr="/home/user/white-label-mockup/.screendeck/B10.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55%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10-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B10</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Manage workforce</a:t>
            </a:r>
            <a:endParaRPr lang="en-US" sz="600" dirty="0"/>
          </a:p>
        </p:txBody>
      </p:sp>
      <p:sp>
        <p:nvSpPr>
          <p:cNvPr id="13" name="Text 8"/>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4" name="Image 3" descr="/home/user/white-label-mockup/.screendeck/B10-tail.jpg">    </p:cNvPr>
          <p:cNvPicPr>
            <a:picLocks noChangeAspect="1"/>
          </p:cNvPicPr>
          <p:nvPr/>
        </p:nvPicPr>
        <p:blipFill>
          <a:blip r:embed="rId4"/>
          <a:stretch>
            <a:fillRect/>
          </a:stretch>
        </p:blipFill>
        <p:spPr>
          <a:xfrm>
            <a:off x="3429000" y="3096424"/>
            <a:ext cx="1521864" cy="3174797"/>
          </a:xfrm>
          <a:prstGeom prst="rect">
            <a:avLst/>
          </a:prstGeom>
        </p:spPr>
      </p:pic>
      <p:sp>
        <p:nvSpPr>
          <p:cNvPr id="15" name="Text 9"/>
          <p:cNvSpPr/>
          <p:nvPr/>
        </p:nvSpPr>
        <p:spPr>
          <a:xfrm>
            <a:off x="3078969" y="4374138"/>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6" name="Text 10"/>
          <p:cNvSpPr/>
          <p:nvPr/>
        </p:nvSpPr>
        <p:spPr>
          <a:xfrm>
            <a:off x="3078969" y="4791071"/>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1"/>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18" name="Text 12"/>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9" name="Text 13"/>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Invite in personShow a QR code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the code on this phone for the other person to scan</a:t>
            </a:r>
            <a:endParaRPr lang="en-US" sz="800" dirty="0"/>
          </a:p>
        </p:txBody>
      </p:sp>
      <p:sp>
        <p:nvSpPr>
          <p:cNvPr id="20" name="Text 14"/>
          <p:cNvSpPr/>
          <p:nvPr/>
        </p:nvSpPr>
        <p:spPr>
          <a:xfrm>
            <a:off x="526176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1" name="Text 15"/>
          <p:cNvSpPr/>
          <p:nvPr/>
        </p:nvSpPr>
        <p:spPr>
          <a:xfrm>
            <a:off x="5536080" y="337074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Invite by SMSSend a six-digit code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Sends the code to somebody who is not here</a:t>
            </a:r>
            <a:endParaRPr lang="en-US" sz="800" dirty="0"/>
          </a:p>
        </p:txBody>
      </p:sp>
      <p:sp>
        <p:nvSpPr>
          <p:cNvPr id="22"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3"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4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Map</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5 screens  ·  C1 · C2 · C3 · C4 · C5</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v1.7.2</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Map</a:t>
            </a:r>
            <a:endParaRPr lang="en-US" sz="2600" dirty="0"/>
          </a:p>
        </p:txBody>
      </p:sp>
      <p:pic>
        <p:nvPicPr>
          <p:cNvPr id="4" name="Image 0" descr="/home/user/white-label-mockup/.screendeck/C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C1-thumb.png">    </p:cNvPr>
          <p:cNvPicPr>
            <a:picLocks noChangeAspect="1"/>
          </p:cNvPicPr>
          <p:nvPr/>
        </p:nvPicPr>
        <p:blipFill>
          <a:blip r:embed="rId2"/>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C1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Map</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C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Layers</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C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sheet</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C5-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C5</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Boundary editor</a:t>
            </a:r>
            <a:endParaRPr lang="en-US" sz="600" dirty="0"/>
          </a:p>
        </p:txBody>
      </p:sp>
      <p:sp>
        <p:nvSpPr>
          <p:cNvPr id="20" name="Text 13"/>
          <p:cNvSpPr/>
          <p:nvPr/>
        </p:nvSpPr>
        <p:spPr>
          <a:xfrm>
            <a:off x="3078969" y="189024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1" name="Text 14"/>
          <p:cNvSpPr/>
          <p:nvPr/>
        </p:nvSpPr>
        <p:spPr>
          <a:xfrm>
            <a:off x="3078969" y="216456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2" name="Text 15"/>
          <p:cNvSpPr/>
          <p:nvPr/>
        </p:nvSpPr>
        <p:spPr>
          <a:xfrm>
            <a:off x="3078969" y="243888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3" name="Text 16"/>
          <p:cNvSpPr/>
          <p:nvPr/>
        </p:nvSpPr>
        <p:spPr>
          <a:xfrm>
            <a:off x="3078969" y="271320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4" name="Text 17"/>
          <p:cNvSpPr/>
          <p:nvPr/>
        </p:nvSpPr>
        <p:spPr>
          <a:xfrm>
            <a:off x="3078969" y="5090741"/>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5" name="Text 18"/>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6" name="Text 19"/>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7" name="Text 20"/>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Search a place, farm, plot or tree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Finds a place, a farm, a plot or a tree</a:t>
            </a:r>
            <a:endParaRPr lang="en-US" sz="800" dirty="0"/>
          </a:p>
        </p:txBody>
      </p:sp>
      <p:sp>
        <p:nvSpPr>
          <p:cNvPr id="28" name="Text 21"/>
          <p:cNvSpPr/>
          <p:nvPr/>
        </p:nvSpPr>
        <p:spPr>
          <a:xfrm>
            <a:off x="342900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9" name="Text 22"/>
          <p:cNvSpPr/>
          <p:nvPr/>
        </p:nvSpPr>
        <p:spPr>
          <a:xfrm>
            <a:off x="3703320" y="337074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All farms</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Switches which farm the map is showing</a:t>
            </a:r>
            <a:endParaRPr lang="en-US" sz="800" dirty="0"/>
          </a:p>
        </p:txBody>
      </p:sp>
      <p:sp>
        <p:nvSpPr>
          <p:cNvPr id="30" name="Text 23"/>
          <p:cNvSpPr/>
          <p:nvPr/>
        </p:nvSpPr>
        <p:spPr>
          <a:xfrm>
            <a:off x="3429000" y="365878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1" name="Text 24"/>
          <p:cNvSpPr/>
          <p:nvPr/>
        </p:nvSpPr>
        <p:spPr>
          <a:xfrm>
            <a:off x="3703320" y="364506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Layers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C2 Layers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40)</a:t>
            </a:r>
            <a:endParaRPr lang="en-US" sz="800" dirty="0"/>
          </a:p>
        </p:txBody>
      </p:sp>
      <p:sp>
        <p:nvSpPr>
          <p:cNvPr id="32" name="Text 25"/>
          <p:cNvSpPr/>
          <p:nvPr/>
        </p:nvSpPr>
        <p:spPr>
          <a:xfrm>
            <a:off x="3429000" y="393310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3" name="Text 26"/>
          <p:cNvSpPr/>
          <p:nvPr/>
        </p:nvSpPr>
        <p:spPr>
          <a:xfrm>
            <a:off x="3703320" y="391938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Compare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C4 Compare dates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42)</a:t>
            </a:r>
            <a:endParaRPr lang="en-US" sz="800" dirty="0"/>
          </a:p>
        </p:txBody>
      </p:sp>
      <p:sp>
        <p:nvSpPr>
          <p:cNvPr id="34" name="Text 27"/>
          <p:cNvSpPr/>
          <p:nvPr/>
        </p:nvSpPr>
        <p:spPr>
          <a:xfrm>
            <a:off x="3429000" y="420742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35" name="Text 28"/>
          <p:cNvSpPr/>
          <p:nvPr/>
        </p:nvSpPr>
        <p:spPr>
          <a:xfrm>
            <a:off x="3703320" y="419370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Pick a metric. Showing Plant health</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list of metrics, each explained</a:t>
            </a:r>
            <a:endParaRPr lang="en-US" sz="800" dirty="0"/>
          </a:p>
        </p:txBody>
      </p:sp>
      <p:sp>
        <p:nvSpPr>
          <p:cNvPr id="36" name="Text 29"/>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37" name="Text 30"/>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Layers</a:t>
            </a:r>
            <a:endParaRPr lang="en-US" sz="2600" dirty="0"/>
          </a:p>
        </p:txBody>
      </p:sp>
      <p:pic>
        <p:nvPicPr>
          <p:cNvPr id="4" name="Image 0" descr="/home/user/white-label-mockup/.screendeck/C2.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C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Map</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C2-thumb.png">    </p:cNvPr>
          <p:cNvPicPr>
            <a:picLocks noChangeAspect="1"/>
          </p:cNvPicPr>
          <p:nvPr/>
        </p:nvPicPr>
        <p:blipFill>
          <a:blip r:embed="rId3"/>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C2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Layers</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C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sheet</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C5-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C5</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Boundary editor</a:t>
            </a:r>
            <a:endParaRPr lang="en-US" sz="600" dirty="0"/>
          </a:p>
        </p:txBody>
      </p:sp>
      <p:sp>
        <p:nvSpPr>
          <p:cNvPr id="20" name="Text 1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1" name="Text 1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Plot sheet</a:t>
            </a:r>
            <a:endParaRPr lang="en-US" sz="2600" dirty="0"/>
          </a:p>
        </p:txBody>
      </p:sp>
      <p:pic>
        <p:nvPicPr>
          <p:cNvPr id="4" name="Image 0" descr="/home/user/white-label-mockup/.screendeck/C3.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C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Map</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C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Layers</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C3-thumb.png">    </p:cNvPr>
          <p:cNvPicPr>
            <a:picLocks noChangeAspect="1"/>
          </p:cNvPicPr>
          <p:nvPr/>
        </p:nvPicPr>
        <p:blipFill>
          <a:blip r:embed="rId4"/>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C3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Plot sheet</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C5-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C5</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Boundary editor</a:t>
            </a:r>
            <a:endParaRPr lang="en-US" sz="600" dirty="0"/>
          </a:p>
        </p:txBody>
      </p:sp>
      <p:sp>
        <p:nvSpPr>
          <p:cNvPr id="20" name="Shape 13"/>
          <p:cNvSpPr/>
          <p:nvPr/>
        </p:nvSpPr>
        <p:spPr>
          <a:xfrm>
            <a:off x="7123176" y="5760720"/>
            <a:ext cx="3063240" cy="1005840"/>
          </a:xfrm>
          <a:prstGeom prst="rect">
            <a:avLst/>
          </a:prstGeom>
          <a:solidFill>
            <a:srgbClr val="F2F7F4"/>
          </a:solidFill>
          <a:ln w="12700">
            <a:solidFill>
              <a:srgbClr val="A9C6B6"/>
            </a:solidFill>
            <a:prstDash val="solid"/>
          </a:ln>
        </p:spPr>
      </p:sp>
      <p:sp>
        <p:nvSpPr>
          <p:cNvPr id="21" name="Text 14"/>
          <p:cNvSpPr/>
          <p:nvPr/>
        </p:nvSpPr>
        <p:spPr>
          <a:xfrm>
            <a:off x="7269480" y="5888736"/>
            <a:ext cx="2770632" cy="768096"/>
          </a:xfrm>
          <a:prstGeom prst="rect">
            <a:avLst/>
          </a:prstGeom>
          <a:noFill/>
          <a:ln/>
        </p:spPr>
        <p:txBody>
          <a:bodyPr wrap="square" lIns="0" tIns="0" rIns="0" bIns="0" rtlCol="0" anchor="t"/>
          <a:lstStyle/>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The plot sheet is a pop-up panel that appears when the user taps a plot on the map. It shows the general metrics for the plot selected, and opens the full plot screen if he wants more.</a:t>
            </a:r>
            <a:endParaRPr lang="en-US" sz="850" dirty="0"/>
          </a:p>
        </p:txBody>
      </p:sp>
      <p:sp>
        <p:nvSpPr>
          <p:cNvPr id="22" name="Text 15"/>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3" name="Text 16"/>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Compare dates</a:t>
            </a:r>
            <a:endParaRPr lang="en-US" sz="2600" dirty="0"/>
          </a:p>
        </p:txBody>
      </p:sp>
      <p:pic>
        <p:nvPicPr>
          <p:cNvPr id="4" name="Image 0" descr="/home/user/white-label-mockup/.screendeck/C4.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C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Map</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C4-thumb.png">    </p:cNvPr>
          <p:cNvPicPr>
            <a:picLocks noChangeAspect="1"/>
          </p:cNvPicPr>
          <p:nvPr/>
        </p:nvPicPr>
        <p:blipFill>
          <a:blip r:embed="rId3"/>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C4</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Compare dates</a:t>
            </a:r>
            <a:endParaRPr lang="en-US" sz="600" dirty="0"/>
          </a:p>
        </p:txBody>
      </p:sp>
      <p:sp>
        <p:nvSpPr>
          <p:cNvPr id="12" name="Text 7"/>
          <p:cNvSpPr/>
          <p:nvPr/>
        </p:nvSpPr>
        <p:spPr>
          <a:xfrm>
            <a:off x="3078969" y="5472440"/>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3" name="Text 8"/>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14" name="Text 9"/>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5" name="Text 10"/>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Pick a metric. Showing Plant health</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list of metrics, each explained</a:t>
            </a:r>
            <a:endParaRPr lang="en-US" sz="800" dirty="0"/>
          </a:p>
        </p:txBody>
      </p:sp>
      <p:sp>
        <p:nvSpPr>
          <p:cNvPr id="16" name="Text 1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17" name="Text 1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Boundary editor</a:t>
            </a:r>
            <a:endParaRPr lang="en-US" sz="2600" dirty="0"/>
          </a:p>
        </p:txBody>
      </p:sp>
      <p:pic>
        <p:nvPicPr>
          <p:cNvPr id="4" name="Image 0" descr="/home/user/white-label-mockup/.screendeck/C5.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C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Map</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C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Layers</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C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sheet</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C5-thumb.png">    </p:cNvPr>
          <p:cNvPicPr>
            <a:picLocks noChangeAspect="1"/>
          </p:cNvPicPr>
          <p:nvPr/>
        </p:nvPicPr>
        <p:blipFill>
          <a:blip r:embed="rId5"/>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C5</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Boundary editor</a:t>
            </a:r>
            <a:endParaRPr lang="en-US" sz="600" dirty="0"/>
          </a:p>
        </p:txBody>
      </p:sp>
      <p:sp>
        <p:nvSpPr>
          <p:cNvPr id="20" name="Shape 13"/>
          <p:cNvSpPr/>
          <p:nvPr/>
        </p:nvSpPr>
        <p:spPr>
          <a:xfrm>
            <a:off x="7123176" y="5010912"/>
            <a:ext cx="3063240" cy="1755648"/>
          </a:xfrm>
          <a:prstGeom prst="rect">
            <a:avLst/>
          </a:prstGeom>
          <a:solidFill>
            <a:srgbClr val="F2F7F4"/>
          </a:solidFill>
          <a:ln w="12700">
            <a:solidFill>
              <a:srgbClr val="A9C6B6"/>
            </a:solidFill>
            <a:prstDash val="solid"/>
          </a:ln>
        </p:spPr>
      </p:sp>
      <p:sp>
        <p:nvSpPr>
          <p:cNvPr id="21" name="Text 14"/>
          <p:cNvSpPr/>
          <p:nvPr/>
        </p:nvSpPr>
        <p:spPr>
          <a:xfrm>
            <a:off x="7269480" y="5138928"/>
            <a:ext cx="2770632" cy="1517904"/>
          </a:xfrm>
          <a:prstGeom prst="rect">
            <a:avLst/>
          </a:prstGeom>
          <a:noFill/>
          <a:ln/>
        </p:spPr>
        <p:txBody>
          <a:bodyPr wrap="square" lIns="0" tIns="0" rIns="0" bIns="0" rtlCol="0" anchor="t"/>
          <a:lstStyle/>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The boundary editor corrects the shape of one outline after the fact — a plot the survey drew slightly wrong, or a farm outline that has changed. Drag a corner to move it, add or remove corners, and split, join or remove the shape.</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The old outline is kept, with who changed it and when, so past analytics stay attached to the shape that was live at the time.</a:t>
            </a:r>
            <a:endParaRPr lang="en-US" sz="850" dirty="0"/>
          </a:p>
        </p:txBody>
      </p:sp>
      <p:sp>
        <p:nvSpPr>
          <p:cNvPr id="22" name="Text 15"/>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3" name="Text 16"/>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5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Advice</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6 screens  ·  D1 · D2 · D3 · D4 · D5 · D6</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v1.7.2</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Advice inbox</a:t>
            </a:r>
            <a:endParaRPr lang="en-US" sz="2600" dirty="0"/>
          </a:p>
        </p:txBody>
      </p:sp>
      <p:pic>
        <p:nvPicPr>
          <p:cNvPr id="4" name="Image 0" descr="/home/user/white-label-mockup/.screendeck/D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30% of this screen is shown above</a:t>
            </a:r>
            <a:endParaRPr lang="en-US" sz="800" dirty="0"/>
          </a:p>
        </p:txBody>
      </p:sp>
      <p:pic>
        <p:nvPicPr>
          <p:cNvPr id="6" name="Image 1" descr="/home/user/white-label-mockup/.screendeck/D1-thumb.png">    </p:cNvPr>
          <p:cNvPicPr>
            <a:picLocks noChangeAspect="1"/>
          </p:cNvPicPr>
          <p:nvPr/>
        </p:nvPicPr>
        <p:blipFill>
          <a:blip r:embed="rId2"/>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Irrigation advice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12-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B12</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Irrigation schedule</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1-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Irrigation advice</a:t>
            </a:r>
            <a:endParaRPr lang="en-US" sz="2600" dirty="0"/>
          </a:p>
        </p:txBody>
      </p:sp>
      <p:pic>
        <p:nvPicPr>
          <p:cNvPr id="4" name="Image 0" descr="/home/user/white-label-mockup/.screendeck/D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70%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2-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Irrigation advice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12-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B12</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Irrigation schedule</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2-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3078969" y="5131297"/>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See this plot’s irrigation scheduleThe wee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B12 Irrigation schedule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29)</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Fertilisation advice</a:t>
            </a:r>
            <a:endParaRPr lang="en-US" sz="2600" dirty="0"/>
          </a:p>
        </p:txBody>
      </p:sp>
      <p:pic>
        <p:nvPicPr>
          <p:cNvPr id="4" name="Image 0" descr="/home/user/white-label-mockup/.screendeck/D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40%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3-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D3</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Fertilisation advice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D4-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D4</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protection advice</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3-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protection advice</a:t>
            </a:r>
            <a:endParaRPr lang="en-US" sz="2600" dirty="0"/>
          </a:p>
        </p:txBody>
      </p:sp>
      <p:pic>
        <p:nvPicPr>
          <p:cNvPr id="4" name="Image 0" descr="/home/user/white-label-mockup/.screendeck/D4.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40%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3-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D3</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Fertilisation advice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D4-thumb.png">    </p:cNvPr>
          <p:cNvPicPr>
            <a:picLocks noChangeAspect="1"/>
          </p:cNvPicPr>
          <p:nvPr/>
        </p:nvPicPr>
        <p:blipFill>
          <a:blip r:embed="rId4"/>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D4</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protection advice</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4-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Check a photo</a:t>
            </a:r>
            <a:endParaRPr lang="en-US" sz="2600" dirty="0"/>
          </a:p>
        </p:txBody>
      </p:sp>
      <p:pic>
        <p:nvPicPr>
          <p:cNvPr id="4" name="Image 0" descr="/home/user/white-label-mockup/.screendeck/D5.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65%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5-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D5</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Check a photo</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D6-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D6</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Photo result</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6-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1" name="Text 14"/>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D5-tail.jpg">    </p:cNvPr>
          <p:cNvPicPr>
            <a:picLocks noChangeAspect="1"/>
          </p:cNvPicPr>
          <p:nvPr/>
        </p:nvPicPr>
        <p:blipFill>
          <a:blip r:embed="rId6"/>
          <a:stretch>
            <a:fillRect/>
          </a:stretch>
        </p:blipFill>
        <p:spPr>
          <a:xfrm>
            <a:off x="3429000" y="3096424"/>
            <a:ext cx="1521864" cy="3174797"/>
          </a:xfrm>
          <a:prstGeom prst="rect">
            <a:avLst/>
          </a:prstGeom>
        </p:spPr>
      </p:pic>
      <p:sp>
        <p:nvSpPr>
          <p:cNvPr id="23" name="Text 15"/>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4" name="Text 16"/>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Photo result</a:t>
            </a:r>
            <a:endParaRPr lang="en-US" sz="2600" dirty="0"/>
          </a:p>
        </p:txBody>
      </p:sp>
      <p:pic>
        <p:nvPicPr>
          <p:cNvPr id="4" name="Image 0" descr="/home/user/white-label-mockup/.screendeck/D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65%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5-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D5</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Check a photo</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D6-thumb.png">    </p:cNvPr>
          <p:cNvPicPr>
            <a:picLocks noChangeAspect="1"/>
          </p:cNvPicPr>
          <p:nvPr/>
        </p:nvPicPr>
        <p:blipFill>
          <a:blip r:embed="rId4"/>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D6</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Photo result</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6-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1" name="Text 14"/>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D6-tail.jpg">    </p:cNvPr>
          <p:cNvPicPr>
            <a:picLocks noChangeAspect="1"/>
          </p:cNvPicPr>
          <p:nvPr/>
        </p:nvPicPr>
        <p:blipFill>
          <a:blip r:embed="rId6"/>
          <a:stretch>
            <a:fillRect/>
          </a:stretch>
        </p:blipFill>
        <p:spPr>
          <a:xfrm>
            <a:off x="3429000" y="3096424"/>
            <a:ext cx="1521864" cy="3174797"/>
          </a:xfrm>
          <a:prstGeom prst="rect">
            <a:avLst/>
          </a:prstGeom>
        </p:spPr>
      </p:pic>
      <p:sp>
        <p:nvSpPr>
          <p:cNvPr id="23" name="Text 15"/>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4" name="Text 16"/>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6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More</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17 screens  ·  F1 · F2 · F3 · F4 · F5 · F6 · F7 · F8 · F9 · F10 · F11 · F12 · F13 · F14 · F15 · F16 · F17</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v1.7.2</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More</a:t>
            </a:r>
            <a:endParaRPr lang="en-US" sz="2600" dirty="0"/>
          </a:p>
        </p:txBody>
      </p:sp>
      <p:pic>
        <p:nvPicPr>
          <p:cNvPr id="4" name="Image 0" descr="/home/user/white-label-mockup/.screendeck/F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65% of this screen is shown above</a:t>
            </a:r>
            <a:endParaRPr lang="en-US" sz="800" dirty="0"/>
          </a:p>
        </p:txBody>
      </p:sp>
      <p:pic>
        <p:nvPicPr>
          <p:cNvPr id="6" name="Image 1" descr="/home/user/white-label-mockup/.screendeck/F1-thumb.png">    </p:cNvPr>
          <p:cNvPicPr>
            <a:picLocks noChangeAspect="1"/>
          </p:cNvPicPr>
          <p:nvPr/>
        </p:nvPicPr>
        <p:blipFill>
          <a:blip r:embed="rId2"/>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5-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F5</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Subscription info for existing users</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6-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F6</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Compare plans</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F1-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My profile</a:t>
            </a:r>
            <a:endParaRPr lang="en-US" sz="2600" dirty="0"/>
          </a:p>
        </p:txBody>
      </p:sp>
      <p:pic>
        <p:nvPicPr>
          <p:cNvPr id="4" name="Image 0" descr="/home/user/white-label-mockup/.screendeck/F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3078969" y="572256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 name="Text 3"/>
          <p:cNvSpPr/>
          <p:nvPr/>
        </p:nvSpPr>
        <p:spPr>
          <a:xfrm>
            <a:off x="3429000" y="116128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7" name="Text 4"/>
          <p:cNvSpPr/>
          <p:nvPr/>
        </p:nvSpPr>
        <p:spPr>
          <a:xfrm>
            <a:off x="3429000" y="14310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8" name="Text 5"/>
          <p:cNvSpPr/>
          <p:nvPr/>
        </p:nvSpPr>
        <p:spPr>
          <a:xfrm>
            <a:off x="3703320" y="14173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Send code to new phone number</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A9 Verify code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12)</a:t>
            </a:r>
            <a:endParaRPr lang="en-US" sz="800" dirty="0"/>
          </a:p>
        </p:txBody>
      </p:sp>
      <p:sp>
        <p:nvSpPr>
          <p:cNvPr id="9" name="Text 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10" name="Text 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Reports</a:t>
            </a:r>
            <a:endParaRPr lang="en-US" sz="2600" dirty="0"/>
          </a:p>
        </p:txBody>
      </p:sp>
      <p:pic>
        <p:nvPicPr>
          <p:cNvPr id="4" name="Image 0" descr="/home/user/white-label-mockup/.screendeck/F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45% of this screen is shown above</a:t>
            </a:r>
            <a:endParaRPr lang="en-US" sz="800" dirty="0"/>
          </a:p>
        </p:txBody>
      </p:sp>
      <p:sp>
        <p:nvSpPr>
          <p:cNvPr id="6" name="Text 3"/>
          <p:cNvSpPr/>
          <p:nvPr/>
        </p:nvSpPr>
        <p:spPr>
          <a:xfrm>
            <a:off x="3429000" y="116128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7" name="Image 1" descr="/home/user/white-label-mockup/.screendeck/F3-tail.jpg">    </p:cNvPr>
          <p:cNvPicPr>
            <a:picLocks noChangeAspect="1"/>
          </p:cNvPicPr>
          <p:nvPr/>
        </p:nvPicPr>
        <p:blipFill>
          <a:blip r:embed="rId2"/>
          <a:stretch>
            <a:fillRect/>
          </a:stretch>
        </p:blipFill>
        <p:spPr>
          <a:xfrm>
            <a:off x="3429000" y="1417320"/>
            <a:ext cx="1521864" cy="3174797"/>
          </a:xfrm>
          <a:prstGeom prst="rect">
            <a:avLst/>
          </a:prstGeom>
        </p:spPr>
      </p:pic>
      <p:sp>
        <p:nvSpPr>
          <p:cNvPr id="8" name="Text 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9" name="Text 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Weather</a:t>
            </a:r>
            <a:endParaRPr lang="en-US" sz="2600" dirty="0"/>
          </a:p>
        </p:txBody>
      </p:sp>
      <p:pic>
        <p:nvPicPr>
          <p:cNvPr id="4" name="Image 0" descr="/home/user/white-label-mockup/.screendeck/F4.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30% of this screen is shown above</a:t>
            </a:r>
            <a:endParaRPr lang="en-US" sz="800" dirty="0"/>
          </a:p>
        </p:txBody>
      </p:sp>
      <p:sp>
        <p:nvSpPr>
          <p:cNvPr id="6" name="Text 3"/>
          <p:cNvSpPr/>
          <p:nvPr/>
        </p:nvSpPr>
        <p:spPr>
          <a:xfrm>
            <a:off x="3429000" y="116128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7" name="Image 1" descr="/home/user/white-label-mockup/.screendeck/F4-tail.jpg">    </p:cNvPr>
          <p:cNvPicPr>
            <a:picLocks noChangeAspect="1"/>
          </p:cNvPicPr>
          <p:nvPr/>
        </p:nvPicPr>
        <p:blipFill>
          <a:blip r:embed="rId2"/>
          <a:stretch>
            <a:fillRect/>
          </a:stretch>
        </p:blipFill>
        <p:spPr>
          <a:xfrm>
            <a:off x="3429000" y="1417320"/>
            <a:ext cx="1521864" cy="3174797"/>
          </a:xfrm>
          <a:prstGeom prst="rect">
            <a:avLst/>
          </a:prstGeom>
        </p:spPr>
      </p:pic>
      <p:sp>
        <p:nvSpPr>
          <p:cNvPr id="8" name="Text 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9" name="Text 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Subscription info for existing users</a:t>
            </a:r>
            <a:endParaRPr lang="en-US" sz="2600" dirty="0"/>
          </a:p>
        </p:txBody>
      </p:sp>
      <p:pic>
        <p:nvPicPr>
          <p:cNvPr id="4" name="Image 0" descr="/home/user/white-label-mockup/.screendeck/F5.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55%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5-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F5</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Subscription info for existing users</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6-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F6</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Compare plans</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F5-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Compare plans</a:t>
            </a:r>
            <a:endParaRPr lang="en-US" sz="2600" dirty="0"/>
          </a:p>
        </p:txBody>
      </p:sp>
      <p:pic>
        <p:nvPicPr>
          <p:cNvPr id="4" name="Image 0" descr="/home/user/white-label-mockup/.screendeck/F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15%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5-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F5</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Subscription info for existing users</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6-thumb.png">    </p:cNvPr>
          <p:cNvPicPr>
            <a:picLocks noChangeAspect="1"/>
          </p:cNvPicPr>
          <p:nvPr/>
        </p:nvPicPr>
        <p:blipFill>
          <a:blip r:embed="rId4"/>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F6</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Compare plans</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F6-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Back to my plan</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F5 Subscription info for existing users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56)</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Settings</a:t>
            </a:r>
            <a:endParaRPr lang="en-US" sz="2600" dirty="0"/>
          </a:p>
        </p:txBody>
      </p:sp>
      <p:pic>
        <p:nvPicPr>
          <p:cNvPr id="4" name="Image 0" descr="/home/user/white-label-mockup/.screendeck/F7.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F7-thumb.png">    </p:cNvPr>
          <p:cNvPicPr>
            <a:picLocks noChangeAspect="1"/>
          </p:cNvPicPr>
          <p:nvPr/>
        </p:nvPicPr>
        <p:blipFill>
          <a:blip r:embed="rId3"/>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F7</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Settings</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F8-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F8</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Units and formats</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F9-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F9</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distribution</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F10-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F10</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Data and storage</a:t>
            </a:r>
            <a:endParaRPr lang="en-US" sz="600" dirty="0"/>
          </a:p>
        </p:txBody>
      </p:sp>
      <p:sp>
        <p:nvSpPr>
          <p:cNvPr id="24" name="Text 16"/>
          <p:cNvSpPr/>
          <p:nvPr/>
        </p:nvSpPr>
        <p:spPr>
          <a:xfrm>
            <a:off x="3078969" y="2729712"/>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5" name="Text 17"/>
          <p:cNvSpPr/>
          <p:nvPr/>
        </p:nvSpPr>
        <p:spPr>
          <a:xfrm>
            <a:off x="3078969" y="3030300"/>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6" name="Text 18"/>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7" name="Text 19"/>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8" name="Text 20"/>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Units and formats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F8 Units and formats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59)</a:t>
            </a:r>
            <a:endParaRPr lang="en-US" sz="800" dirty="0"/>
          </a:p>
        </p:txBody>
      </p:sp>
      <p:sp>
        <p:nvSpPr>
          <p:cNvPr id="29" name="Text 21"/>
          <p:cNvSpPr/>
          <p:nvPr/>
        </p:nvSpPr>
        <p:spPr>
          <a:xfrm>
            <a:off x="342900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0" name="Text 22"/>
          <p:cNvSpPr/>
          <p:nvPr/>
        </p:nvSpPr>
        <p:spPr>
          <a:xfrm>
            <a:off x="3703320" y="337074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Advice distribution</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F9 Advice distribution</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60)</a:t>
            </a:r>
            <a:endParaRPr lang="en-US" sz="800" dirty="0"/>
          </a:p>
        </p:txBody>
      </p:sp>
      <p:sp>
        <p:nvSpPr>
          <p:cNvPr id="31" name="Text 2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32" name="Text 2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Units and formats</a:t>
            </a:r>
            <a:endParaRPr lang="en-US" sz="2600" dirty="0"/>
          </a:p>
        </p:txBody>
      </p:sp>
      <p:pic>
        <p:nvPicPr>
          <p:cNvPr id="4" name="Image 0" descr="/home/user/white-label-mockup/.screendeck/F8.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F7-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F7</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Settings</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F8-thumb.png">    </p:cNvPr>
          <p:cNvPicPr>
            <a:picLocks noChangeAspect="1"/>
          </p:cNvPicPr>
          <p:nvPr/>
        </p:nvPicPr>
        <p:blipFill>
          <a:blip r:embed="rId4"/>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F8</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Units and formats</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F9-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F9</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distribution</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F10-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F10</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Data and storage</a:t>
            </a:r>
            <a:endParaRPr lang="en-US" sz="600" dirty="0"/>
          </a:p>
        </p:txBody>
      </p:sp>
      <p:sp>
        <p:nvSpPr>
          <p:cNvPr id="24"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5"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Advice distribution</a:t>
            </a:r>
            <a:endParaRPr lang="en-US" sz="2600" dirty="0"/>
          </a:p>
        </p:txBody>
      </p:sp>
      <p:pic>
        <p:nvPicPr>
          <p:cNvPr id="4" name="Image 0" descr="/home/user/white-label-mockup/.screendeck/F9.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7-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F7</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Settings</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8-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F8</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Units and formats</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9-thumb.png">    </p:cNvPr>
          <p:cNvPicPr>
            <a:picLocks noChangeAspect="1"/>
          </p:cNvPicPr>
          <p:nvPr/>
        </p:nvPicPr>
        <p:blipFill>
          <a:blip r:embed="rId5"/>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F9</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Advice distribution</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0-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F10</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Data and storage</a:t>
            </a:r>
            <a:endParaRPr lang="en-US" sz="600" dirty="0"/>
          </a:p>
        </p:txBody>
      </p:sp>
      <p:sp>
        <p:nvSpPr>
          <p:cNvPr id="25" name="Text 17"/>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6" name="Image 6" descr="/home/user/white-label-mockup/.screendeck/F9-tail.jpg">    </p:cNvPr>
          <p:cNvPicPr>
            <a:picLocks noChangeAspect="1"/>
          </p:cNvPicPr>
          <p:nvPr/>
        </p:nvPicPr>
        <p:blipFill>
          <a:blip r:embed="rId7"/>
          <a:stretch>
            <a:fillRect/>
          </a:stretch>
        </p:blipFill>
        <p:spPr>
          <a:xfrm>
            <a:off x="3429000" y="3096424"/>
            <a:ext cx="1521864" cy="3174797"/>
          </a:xfrm>
          <a:prstGeom prst="rect">
            <a:avLst/>
          </a:prstGeom>
        </p:spPr>
      </p:pic>
      <p:sp>
        <p:nvSpPr>
          <p:cNvPr id="27" name="Text 18"/>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8" name="Text 19"/>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Data and storage</a:t>
            </a:r>
            <a:endParaRPr lang="en-US" sz="2600" dirty="0"/>
          </a:p>
        </p:txBody>
      </p:sp>
      <p:pic>
        <p:nvPicPr>
          <p:cNvPr id="4" name="Image 0" descr="/home/user/white-label-mockup/.screendeck/F10.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7-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F7</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Settings</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8-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F8</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Units and formats</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9-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F9</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distribution</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0-thumb.png">    </p:cNvPr>
          <p:cNvPicPr>
            <a:picLocks noChangeAspect="1"/>
          </p:cNvPicPr>
          <p:nvPr/>
        </p:nvPicPr>
        <p:blipFill>
          <a:blip r:embed="rId6"/>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F10</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Data and storage</a:t>
            </a:r>
            <a:endParaRPr lang="en-US" sz="600" dirty="0"/>
          </a:p>
        </p:txBody>
      </p:sp>
      <p:sp>
        <p:nvSpPr>
          <p:cNvPr id="25" name="Text 17"/>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6" name="Image 6" descr="/home/user/white-label-mockup/.screendeck/F10-tail.jpg">    </p:cNvPr>
          <p:cNvPicPr>
            <a:picLocks noChangeAspect="1"/>
          </p:cNvPicPr>
          <p:nvPr/>
        </p:nvPicPr>
        <p:blipFill>
          <a:blip r:embed="rId7"/>
          <a:stretch>
            <a:fillRect/>
          </a:stretch>
        </p:blipFill>
        <p:spPr>
          <a:xfrm>
            <a:off x="3429000" y="3096424"/>
            <a:ext cx="1521864" cy="3174797"/>
          </a:xfrm>
          <a:prstGeom prst="rect">
            <a:avLst/>
          </a:prstGeom>
        </p:spPr>
      </p:pic>
      <p:sp>
        <p:nvSpPr>
          <p:cNvPr id="27" name="Text 18"/>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28" name="Text 19"/>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Activity log</a:t>
            </a:r>
            <a:endParaRPr lang="en-US" sz="2600" dirty="0"/>
          </a:p>
        </p:txBody>
      </p:sp>
      <p:pic>
        <p:nvPicPr>
          <p:cNvPr id="4" name="Image 0" descr="/home/user/white-label-mockup/.screendeck/F1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20% of this screen is shown above</a:t>
            </a:r>
            <a:endParaRPr lang="en-US" sz="800" dirty="0"/>
          </a:p>
        </p:txBody>
      </p:sp>
      <p:sp>
        <p:nvSpPr>
          <p:cNvPr id="6" name="Text 3"/>
          <p:cNvSpPr/>
          <p:nvPr/>
        </p:nvSpPr>
        <p:spPr>
          <a:xfrm>
            <a:off x="3429000" y="116128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7" name="Image 1" descr="/home/user/white-label-mockup/.screendeck/F11-tail.jpg">    </p:cNvPr>
          <p:cNvPicPr>
            <a:picLocks noChangeAspect="1"/>
          </p:cNvPicPr>
          <p:nvPr/>
        </p:nvPicPr>
        <p:blipFill>
          <a:blip r:embed="rId2"/>
          <a:stretch>
            <a:fillRect/>
          </a:stretch>
        </p:blipFill>
        <p:spPr>
          <a:xfrm>
            <a:off x="3429000" y="1417320"/>
            <a:ext cx="1521864" cy="3174797"/>
          </a:xfrm>
          <a:prstGeom prst="rect">
            <a:avLst/>
          </a:prstGeom>
        </p:spPr>
      </p:pic>
      <p:sp>
        <p:nvSpPr>
          <p:cNvPr id="8" name="Text 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9" name="Text 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Help and user guide</a:t>
            </a:r>
            <a:endParaRPr lang="en-US" sz="2600" dirty="0"/>
          </a:p>
        </p:txBody>
      </p:sp>
      <p:pic>
        <p:nvPicPr>
          <p:cNvPr id="4" name="Image 0" descr="/home/user/white-label-mockup/.screendeck/F1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15%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2-tail.jpg">    </p:cNvPr>
          <p:cNvPicPr>
            <a:picLocks noChangeAspect="1"/>
          </p:cNvPicPr>
          <p:nvPr/>
        </p:nvPicPr>
        <p:blipFill>
          <a:blip r:embed="rId8"/>
          <a:stretch>
            <a:fillRect/>
          </a:stretch>
        </p:blipFill>
        <p:spPr>
          <a:xfrm>
            <a:off x="3429000" y="3096424"/>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guide</a:t>
            </a:r>
            <a:endParaRPr lang="en-US" sz="2600" dirty="0"/>
          </a:p>
        </p:txBody>
      </p:sp>
      <p:pic>
        <p:nvPicPr>
          <p:cNvPr id="4" name="Image 0" descr="/home/user/white-label-mockup/.screendeck/F1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15%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3-tail.jpg">    </p:cNvPr>
          <p:cNvPicPr>
            <a:picLocks noChangeAspect="1"/>
          </p:cNvPicPr>
          <p:nvPr/>
        </p:nvPicPr>
        <p:blipFill>
          <a:blip r:embed="rId8"/>
          <a:stretch>
            <a:fillRect/>
          </a:stretch>
        </p:blipFill>
        <p:spPr>
          <a:xfrm>
            <a:off x="3429000" y="3096424"/>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One crop</a:t>
            </a:r>
            <a:endParaRPr lang="en-US" sz="2600" dirty="0"/>
          </a:p>
        </p:txBody>
      </p:sp>
      <p:pic>
        <p:nvPicPr>
          <p:cNvPr id="4" name="Image 0" descr="/home/user/white-label-mockup/.screendeck/F14.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50%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4-tail.jpg">    </p:cNvPr>
          <p:cNvPicPr>
            <a:picLocks noChangeAspect="1"/>
          </p:cNvPicPr>
          <p:nvPr/>
        </p:nvPicPr>
        <p:blipFill>
          <a:blip r:embed="rId8"/>
          <a:stretch>
            <a:fillRect/>
          </a:stretch>
        </p:blipFill>
        <p:spPr>
          <a:xfrm>
            <a:off x="3429000" y="3096424"/>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Pests and diseases</a:t>
            </a:r>
            <a:endParaRPr lang="en-US" sz="2600" dirty="0"/>
          </a:p>
        </p:txBody>
      </p:sp>
      <p:pic>
        <p:nvPicPr>
          <p:cNvPr id="4" name="Image 0" descr="/home/user/white-label-mockup/.screendeck/F15.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40%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5-tail.jpg">    </p:cNvPr>
          <p:cNvPicPr>
            <a:picLocks noChangeAspect="1"/>
          </p:cNvPicPr>
          <p:nvPr/>
        </p:nvPicPr>
        <p:blipFill>
          <a:blip r:embed="rId8"/>
          <a:stretch>
            <a:fillRect/>
          </a:stretch>
        </p:blipFill>
        <p:spPr>
          <a:xfrm>
            <a:off x="3429000" y="3096424"/>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One pest or disease</a:t>
            </a:r>
            <a:endParaRPr lang="en-US" sz="2600" dirty="0"/>
          </a:p>
        </p:txBody>
      </p:sp>
      <p:pic>
        <p:nvPicPr>
          <p:cNvPr id="4" name="Image 0" descr="/home/user/white-label-mockup/.screendeck/F1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40%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6-tail.jpg">    </p:cNvPr>
          <p:cNvPicPr>
            <a:picLocks noChangeAspect="1"/>
          </p:cNvPicPr>
          <p:nvPr/>
        </p:nvPicPr>
        <p:blipFill>
          <a:blip r:embed="rId8"/>
          <a:stretch>
            <a:fillRect/>
          </a:stretch>
        </p:blipFill>
        <p:spPr>
          <a:xfrm>
            <a:off x="3429000" y="3096424"/>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Contact Wafra</a:t>
            </a:r>
            <a:endParaRPr lang="en-US" sz="2600" dirty="0"/>
          </a:p>
        </p:txBody>
      </p:sp>
      <p:pic>
        <p:nvPicPr>
          <p:cNvPr id="4" name="Image 0" descr="/home/user/white-label-mockup/.screendeck/F17.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v1.7.2</a:t>
            </a:r>
            <a:endParaRPr lang="en-US" sz="900" dirty="0"/>
          </a:p>
        </p:txBody>
      </p:sp>
      <p:sp>
        <p:nvSpPr>
          <p:cNvPr id="6" name="Text 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Wafra Farm App — UI mockup v1.7.2</dc:title>
  <dc:subject>PptxGenJS Presentation</dc:subject>
  <dc:creator>Wafra Greentech</dc:creator>
  <cp:lastModifiedBy>Wafra Greentech</cp:lastModifiedBy>
  <cp:revision>1</cp:revision>
  <dcterms:created xsi:type="dcterms:W3CDTF">2026-10-18T22:19:31Z</dcterms:created>
  <dcterms:modified xsi:type="dcterms:W3CDTF">2026-10-18T22:19:31Z</dcterms:modified>
</cp:coreProperties>
</file>